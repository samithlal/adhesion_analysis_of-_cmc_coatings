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16"/>
  </p:notesMasterIdLst>
  <p:sldIdLst>
    <p:sldId id="256" r:id="rId2"/>
    <p:sldId id="257" r:id="rId3"/>
    <p:sldId id="270" r:id="rId4"/>
    <p:sldId id="271" r:id="rId5"/>
    <p:sldId id="274" r:id="rId6"/>
    <p:sldId id="273" r:id="rId7"/>
    <p:sldId id="272" r:id="rId8"/>
    <p:sldId id="263" r:id="rId9"/>
    <p:sldId id="264" r:id="rId10"/>
    <p:sldId id="265" r:id="rId11"/>
    <p:sldId id="275" r:id="rId12"/>
    <p:sldId id="267" r:id="rId13"/>
    <p:sldId id="277" r:id="rId14"/>
    <p:sldId id="276" r:id="rId1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B84D1-7EC5-4CC0-9071-52418723C7A6}" v="137" dt="2026-09-18T04:01:11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7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th lal" userId="a6748cd20b25c243" providerId="LiveId" clId="{B63A99A3-3DDF-48A3-8206-B30309A00352}"/>
    <pc:docChg chg="undo custSel addSld delSld modSld sldOrd modMainMaster">
      <pc:chgData name="samith lal" userId="a6748cd20b25c243" providerId="LiveId" clId="{B63A99A3-3DDF-48A3-8206-B30309A00352}" dt="2026-09-18T06:06:13.048" v="1128" actId="1076"/>
      <pc:docMkLst>
        <pc:docMk/>
      </pc:docMkLst>
      <pc:sldChg chg="modSp mod modTransition setBg">
        <pc:chgData name="samith lal" userId="a6748cd20b25c243" providerId="LiveId" clId="{B63A99A3-3DDF-48A3-8206-B30309A00352}" dt="2026-09-17T16:35:05.288" v="850"/>
        <pc:sldMkLst>
          <pc:docMk/>
          <pc:sldMk cId="0" sldId="256"/>
        </pc:sldMkLst>
        <pc:spChg chg="mod">
          <ac:chgData name="samith lal" userId="a6748cd20b25c243" providerId="LiveId" clId="{B63A99A3-3DDF-48A3-8206-B30309A00352}" dt="2026-09-17T16:29:17.136" v="814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mith lal" userId="a6748cd20b25c243" providerId="LiveId" clId="{B63A99A3-3DDF-48A3-8206-B30309A00352}" dt="2026-09-17T16:08:39.842" v="62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mith lal" userId="a6748cd20b25c243" providerId="LiveId" clId="{B63A99A3-3DDF-48A3-8206-B30309A00352}" dt="2026-09-17T16:08:43.751" v="628" actId="1076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add del mod modTransition setBg">
        <pc:chgData name="samith lal" userId="a6748cd20b25c243" providerId="LiveId" clId="{B63A99A3-3DDF-48A3-8206-B30309A00352}" dt="2026-09-17T16:50:54.166" v="916" actId="207"/>
        <pc:sldMkLst>
          <pc:docMk/>
          <pc:sldMk cId="0" sldId="257"/>
        </pc:sldMkLst>
        <pc:spChg chg="mod">
          <ac:chgData name="samith lal" userId="a6748cd20b25c243" providerId="LiveId" clId="{B63A99A3-3DDF-48A3-8206-B30309A00352}" dt="2026-09-17T16:28:53.511" v="810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8:45.473" v="809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mith lal" userId="a6748cd20b25c243" providerId="LiveId" clId="{B63A99A3-3DDF-48A3-8206-B30309A00352}" dt="2026-09-17T16:50:35.138" v="912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05:31.551" v="604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samith lal" userId="a6748cd20b25c243" providerId="LiveId" clId="{B63A99A3-3DDF-48A3-8206-B30309A00352}" dt="2026-09-17T07:12:18.618" v="126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samith lal" userId="a6748cd20b25c243" providerId="LiveId" clId="{B63A99A3-3DDF-48A3-8206-B30309A00352}" dt="2026-09-17T16:50:49.478" v="914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samith lal" userId="a6748cd20b25c243" providerId="LiveId" clId="{B63A99A3-3DDF-48A3-8206-B30309A00352}" dt="2026-09-17T16:50:40.650" v="913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samith lal" userId="a6748cd20b25c243" providerId="LiveId" clId="{B63A99A3-3DDF-48A3-8206-B30309A00352}" dt="2026-09-17T07:12:30.216" v="127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6:28.368" v="857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50:54.166" v="916" actId="20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amith lal" userId="a6748cd20b25c243" providerId="LiveId" clId="{B63A99A3-3DDF-48A3-8206-B30309A00352}" dt="2026-09-17T16:09:43.261" v="632" actId="207"/>
          <ac:spMkLst>
            <pc:docMk/>
            <pc:sldMk cId="0" sldId="257"/>
            <ac:spMk id="14" creationId="{00000000-0000-0000-0000-000000000000}"/>
          </ac:spMkLst>
        </pc:spChg>
        <pc:spChg chg="add del mod ord">
          <ac:chgData name="samith lal" userId="a6748cd20b25c243" providerId="LiveId" clId="{B63A99A3-3DDF-48A3-8206-B30309A00352}" dt="2026-09-17T16:36:39.645" v="859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amith lal" userId="a6748cd20b25c243" providerId="LiveId" clId="{B63A99A3-3DDF-48A3-8206-B30309A00352}" dt="2026-09-17T16:09:28.089" v="630" actId="207"/>
          <ac:spMkLst>
            <pc:docMk/>
            <pc:sldMk cId="0" sldId="257"/>
            <ac:spMk id="18" creationId="{DC35E0E8-F5F1-9063-B9F3-CE377C53D7AA}"/>
          </ac:spMkLst>
        </pc:spChg>
      </pc:sldChg>
      <pc:sldChg chg="addSp modSp mod modTransition setBg">
        <pc:chgData name="samith lal" userId="a6748cd20b25c243" providerId="LiveId" clId="{B63A99A3-3DDF-48A3-8206-B30309A00352}" dt="2026-09-17T16:49:18.251" v="911" actId="207"/>
        <pc:sldMkLst>
          <pc:docMk/>
          <pc:sldMk cId="0" sldId="263"/>
        </pc:sldMkLst>
        <pc:spChg chg="mod">
          <ac:chgData name="samith lal" userId="a6748cd20b25c243" providerId="LiveId" clId="{B63A99A3-3DDF-48A3-8206-B30309A00352}" dt="2026-09-17T16:31:18.355" v="831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09:44:08.265" v="187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samith lal" userId="a6748cd20b25c243" providerId="LiveId" clId="{B63A99A3-3DDF-48A3-8206-B30309A00352}" dt="2026-09-17T09:40:34.032" v="166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9:18.251" v="911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1:06.748" v="753" actId="207"/>
          <ac:spMkLst>
            <pc:docMk/>
            <pc:sldMk cId="0" sldId="263"/>
            <ac:spMk id="15" creationId="{00000000-0000-0000-0000-000000000000}"/>
          </ac:spMkLst>
        </pc:spChg>
        <pc:spChg chg="add mod">
          <ac:chgData name="samith lal" userId="a6748cd20b25c243" providerId="LiveId" clId="{B63A99A3-3DDF-48A3-8206-B30309A00352}" dt="2026-09-17T09:45:44.101" v="219" actId="1076"/>
          <ac:spMkLst>
            <pc:docMk/>
            <pc:sldMk cId="0" sldId="263"/>
            <ac:spMk id="16" creationId="{51FBE859-B60C-6670-CE82-73DB6E31846A}"/>
          </ac:spMkLst>
        </pc:spChg>
        <pc:spChg chg="add mod">
          <ac:chgData name="samith lal" userId="a6748cd20b25c243" providerId="LiveId" clId="{B63A99A3-3DDF-48A3-8206-B30309A00352}" dt="2026-09-17T16:39:46.103" v="871" actId="207"/>
          <ac:spMkLst>
            <pc:docMk/>
            <pc:sldMk cId="0" sldId="263"/>
            <ac:spMk id="18" creationId="{2ABFAC28-37AA-2F94-DB7C-5AD663228F95}"/>
          </ac:spMkLst>
        </pc:spChg>
        <pc:spChg chg="add mod">
          <ac:chgData name="samith lal" userId="a6748cd20b25c243" providerId="LiveId" clId="{B63A99A3-3DDF-48A3-8206-B30309A00352}" dt="2026-09-17T09:45:06.256" v="193" actId="207"/>
          <ac:spMkLst>
            <pc:docMk/>
            <pc:sldMk cId="0" sldId="263"/>
            <ac:spMk id="20" creationId="{2FD2718A-0380-7AAE-62A3-6F1674A929B9}"/>
          </ac:spMkLst>
        </pc:spChg>
        <pc:picChg chg="mod">
          <ac:chgData name="samith lal" userId="a6748cd20b25c243" providerId="LiveId" clId="{B63A99A3-3DDF-48A3-8206-B30309A00352}" dt="2026-09-17T09:44:28.902" v="189" actId="1076"/>
          <ac:picMkLst>
            <pc:docMk/>
            <pc:sldMk cId="0" sldId="263"/>
            <ac:picMk id="5" creationId="{00000000-0000-0000-0000-000000000000}"/>
          </ac:picMkLst>
        </pc:picChg>
      </pc:sldChg>
      <pc:sldChg chg="addSp modSp mod modTransition setBg">
        <pc:chgData name="samith lal" userId="a6748cd20b25c243" providerId="LiveId" clId="{B63A99A3-3DDF-48A3-8206-B30309A00352}" dt="2026-09-17T16:39:59.727" v="875" actId="255"/>
        <pc:sldMkLst>
          <pc:docMk/>
          <pc:sldMk cId="0" sldId="264"/>
        </pc:sldMkLst>
        <pc:spChg chg="mod">
          <ac:chgData name="samith lal" userId="a6748cd20b25c243" providerId="LiveId" clId="{B63A99A3-3DDF-48A3-8206-B30309A00352}" dt="2026-09-17T16:28:17.987" v="803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8:18.545" v="804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8:09.889" v="801" actId="207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8:13.188" v="802" actId="207"/>
          <ac:spMkLst>
            <pc:docMk/>
            <pc:sldMk cId="0" sldId="264"/>
            <ac:spMk id="8" creationId="{00000000-0000-0000-0000-000000000000}"/>
          </ac:spMkLst>
        </pc:spChg>
        <pc:spChg chg="add mod">
          <ac:chgData name="samith lal" userId="a6748cd20b25c243" providerId="LiveId" clId="{B63A99A3-3DDF-48A3-8206-B30309A00352}" dt="2026-09-17T16:39:59.727" v="875" actId="255"/>
          <ac:spMkLst>
            <pc:docMk/>
            <pc:sldMk cId="0" sldId="264"/>
            <ac:spMk id="17" creationId="{DE576E35-07FD-5849-8F57-E84D6F6FA0F9}"/>
          </ac:spMkLst>
        </pc:spChg>
      </pc:sldChg>
      <pc:sldChg chg="addSp delSp modSp mod modTransition setBg">
        <pc:chgData name="samith lal" userId="a6748cd20b25c243" providerId="LiveId" clId="{B63A99A3-3DDF-48A3-8206-B30309A00352}" dt="2026-09-18T04:10:31.136" v="1114" actId="1076"/>
        <pc:sldMkLst>
          <pc:docMk/>
          <pc:sldMk cId="0" sldId="265"/>
        </pc:sldMkLst>
        <pc:spChg chg="mod">
          <ac:chgData name="samith lal" userId="a6748cd20b25c243" providerId="LiveId" clId="{B63A99A3-3DDF-48A3-8206-B30309A00352}" dt="2026-09-17T16:27:05.963" v="795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7:00.167" v="794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6:51.613" v="792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samith lal" userId="a6748cd20b25c243" providerId="LiveId" clId="{B63A99A3-3DDF-48A3-8206-B30309A00352}" dt="2026-09-18T04:10:31.136" v="1114" actId="1076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samith lal" userId="a6748cd20b25c243" providerId="LiveId" clId="{B63A99A3-3DDF-48A3-8206-B30309A00352}" dt="2026-09-17T16:27:49.135" v="800" actId="478"/>
          <ac:spMkLst>
            <pc:docMk/>
            <pc:sldMk cId="0" sldId="265"/>
            <ac:spMk id="18" creationId="{00000000-0000-0000-0000-000000000000}"/>
          </ac:spMkLst>
        </pc:spChg>
        <pc:spChg chg="add mod">
          <ac:chgData name="samith lal" userId="a6748cd20b25c243" providerId="LiveId" clId="{B63A99A3-3DDF-48A3-8206-B30309A00352}" dt="2026-09-17T16:40:06.974" v="877" actId="255"/>
          <ac:spMkLst>
            <pc:docMk/>
            <pc:sldMk cId="0" sldId="265"/>
            <ac:spMk id="20" creationId="{9EB22EEB-89F2-FE63-7B3F-E15524B14C02}"/>
          </ac:spMkLst>
        </pc:spChg>
        <pc:picChg chg="mod modCrop">
          <ac:chgData name="samith lal" userId="a6748cd20b25c243" providerId="LiveId" clId="{B63A99A3-3DDF-48A3-8206-B30309A00352}" dt="2026-09-17T10:01:49.580" v="249" actId="14100"/>
          <ac:picMkLst>
            <pc:docMk/>
            <pc:sldMk cId="0" sldId="265"/>
            <ac:picMk id="5" creationId="{00000000-0000-0000-0000-000000000000}"/>
          </ac:picMkLst>
        </pc:picChg>
        <pc:picChg chg="mod">
          <ac:chgData name="samith lal" userId="a6748cd20b25c243" providerId="LiveId" clId="{B63A99A3-3DDF-48A3-8206-B30309A00352}" dt="2026-09-17T10:02:01.815" v="251" actId="14100"/>
          <ac:picMkLst>
            <pc:docMk/>
            <pc:sldMk cId="0" sldId="265"/>
            <ac:picMk id="9" creationId="{00000000-0000-0000-0000-000000000000}"/>
          </ac:picMkLst>
        </pc:picChg>
        <pc:picChg chg="mod">
          <ac:chgData name="samith lal" userId="a6748cd20b25c243" providerId="LiveId" clId="{B63A99A3-3DDF-48A3-8206-B30309A00352}" dt="2026-09-17T10:02:19.124" v="255" actId="14100"/>
          <ac:picMkLst>
            <pc:docMk/>
            <pc:sldMk cId="0" sldId="265"/>
            <ac:picMk id="13" creationId="{00000000-0000-0000-0000-000000000000}"/>
          </ac:picMkLst>
        </pc:picChg>
      </pc:sldChg>
      <pc:sldChg chg="addSp modSp mod modTransition setBg">
        <pc:chgData name="samith lal" userId="a6748cd20b25c243" providerId="LiveId" clId="{B63A99A3-3DDF-48A3-8206-B30309A00352}" dt="2026-09-18T03:59:47.565" v="1086" actId="20577"/>
        <pc:sldMkLst>
          <pc:docMk/>
          <pc:sldMk cId="0" sldId="267"/>
        </pc:sldMkLst>
        <pc:spChg chg="add mod">
          <ac:chgData name="samith lal" userId="a6748cd20b25c243" providerId="LiveId" clId="{B63A99A3-3DDF-48A3-8206-B30309A00352}" dt="2026-09-17T16:40:32.078" v="883" actId="255"/>
          <ac:spMkLst>
            <pc:docMk/>
            <pc:sldMk cId="0" sldId="267"/>
            <ac:spMk id="3" creationId="{67C397CB-3F2C-4197-BCE8-F9E547DB8F3B}"/>
          </ac:spMkLst>
        </pc:spChg>
        <pc:spChg chg="mod">
          <ac:chgData name="samith lal" userId="a6748cd20b25c243" providerId="LiveId" clId="{B63A99A3-3DDF-48A3-8206-B30309A00352}" dt="2026-09-17T16:32:00.650" v="834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2:04.145" v="835" actId="1076"/>
          <ac:spMkLst>
            <pc:docMk/>
            <pc:sldMk cId="0" sldId="267"/>
            <ac:spMk id="36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4:36.162" v="770" actId="207"/>
          <ac:spMkLst>
            <pc:docMk/>
            <pc:sldMk cId="0" sldId="267"/>
            <ac:spMk id="37" creationId="{00000000-0000-0000-0000-000000000000}"/>
          </ac:spMkLst>
        </pc:spChg>
        <pc:spChg chg="mod">
          <ac:chgData name="samith lal" userId="a6748cd20b25c243" providerId="LiveId" clId="{B63A99A3-3DDF-48A3-8206-B30309A00352}" dt="2026-09-17T18:50:48.316" v="1026" actId="20577"/>
          <ac:spMkLst>
            <pc:docMk/>
            <pc:sldMk cId="0" sldId="267"/>
            <ac:spMk id="38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3:06.564" v="887" actId="207"/>
          <ac:spMkLst>
            <pc:docMk/>
            <pc:sldMk cId="0" sldId="267"/>
            <ac:spMk id="40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4:39.734" v="771" actId="207"/>
          <ac:spMkLst>
            <pc:docMk/>
            <pc:sldMk cId="0" sldId="267"/>
            <ac:spMk id="41" creationId="{00000000-0000-0000-0000-000000000000}"/>
          </ac:spMkLst>
        </pc:spChg>
        <pc:spChg chg="mod">
          <ac:chgData name="samith lal" userId="a6748cd20b25c243" providerId="LiveId" clId="{B63A99A3-3DDF-48A3-8206-B30309A00352}" dt="2026-09-17T18:50:30.509" v="1023" actId="20577"/>
          <ac:spMkLst>
            <pc:docMk/>
            <pc:sldMk cId="0" sldId="267"/>
            <ac:spMk id="42" creationId="{00000000-0000-0000-0000-000000000000}"/>
          </ac:spMkLst>
        </pc:spChg>
        <pc:spChg chg="mod">
          <ac:chgData name="samith lal" userId="a6748cd20b25c243" providerId="LiveId" clId="{B63A99A3-3DDF-48A3-8206-B30309A00352}" dt="2026-09-18T03:59:28.903" v="1076" actId="20577"/>
          <ac:spMkLst>
            <pc:docMk/>
            <pc:sldMk cId="0" sldId="267"/>
            <ac:spMk id="4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4:32.745" v="769" actId="207"/>
          <ac:spMkLst>
            <pc:docMk/>
            <pc:sldMk cId="0" sldId="267"/>
            <ac:spMk id="45" creationId="{00000000-0000-0000-0000-000000000000}"/>
          </ac:spMkLst>
        </pc:spChg>
        <pc:spChg chg="mod">
          <ac:chgData name="samith lal" userId="a6748cd20b25c243" providerId="LiveId" clId="{B63A99A3-3DDF-48A3-8206-B30309A00352}" dt="2026-09-17T18:50:37.235" v="1024" actId="20577"/>
          <ac:spMkLst>
            <pc:docMk/>
            <pc:sldMk cId="0" sldId="267"/>
            <ac:spMk id="46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4:21.803" v="767" actId="207"/>
          <ac:spMkLst>
            <pc:docMk/>
            <pc:sldMk cId="0" sldId="267"/>
            <ac:spMk id="49" creationId="{00000000-0000-0000-0000-000000000000}"/>
          </ac:spMkLst>
        </pc:spChg>
        <pc:spChg chg="mod">
          <ac:chgData name="samith lal" userId="a6748cd20b25c243" providerId="LiveId" clId="{B63A99A3-3DDF-48A3-8206-B30309A00352}" dt="2026-09-17T18:50:43.179" v="1025" actId="20577"/>
          <ac:spMkLst>
            <pc:docMk/>
            <pc:sldMk cId="0" sldId="267"/>
            <ac:spMk id="50" creationId="{00000000-0000-0000-0000-000000000000}"/>
          </ac:spMkLst>
        </pc:spChg>
        <pc:spChg chg="mod">
          <ac:chgData name="samith lal" userId="a6748cd20b25c243" providerId="LiveId" clId="{B63A99A3-3DDF-48A3-8206-B30309A00352}" dt="2026-09-18T03:59:38.217" v="1080" actId="20577"/>
          <ac:spMkLst>
            <pc:docMk/>
            <pc:sldMk cId="0" sldId="267"/>
            <ac:spMk id="52" creationId="{00000000-0000-0000-0000-000000000000}"/>
          </ac:spMkLst>
        </pc:spChg>
        <pc:spChg chg="mod">
          <ac:chgData name="samith lal" userId="a6748cd20b25c243" providerId="LiveId" clId="{B63A99A3-3DDF-48A3-8206-B30309A00352}" dt="2026-09-18T03:59:47.565" v="1086" actId="20577"/>
          <ac:spMkLst>
            <pc:docMk/>
            <pc:sldMk cId="0" sldId="267"/>
            <ac:spMk id="53" creationId="{00000000-0000-0000-0000-000000000000}"/>
          </ac:spMkLst>
        </pc:spChg>
      </pc:sldChg>
      <pc:sldChg chg="modSp mod modTransition">
        <pc:chgData name="samith lal" userId="a6748cd20b25c243" providerId="LiveId" clId="{B63A99A3-3DDF-48A3-8206-B30309A00352}" dt="2026-09-18T06:05:43.407" v="1124" actId="1076"/>
        <pc:sldMkLst>
          <pc:docMk/>
          <pc:sldMk cId="0" sldId="270"/>
        </pc:sldMkLst>
        <pc:spChg chg="mod">
          <ac:chgData name="samith lal" userId="a6748cd20b25c243" providerId="LiveId" clId="{B63A99A3-3DDF-48A3-8206-B30309A00352}" dt="2026-09-17T16:10:36.881" v="638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9:40.015" v="816" actId="207"/>
          <ac:spMkLst>
            <pc:docMk/>
            <pc:sldMk cId="0" sldId="270"/>
            <ac:spMk id="3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9:59.227" v="821" actId="207"/>
          <ac:spMkLst>
            <pc:docMk/>
            <pc:sldMk cId="0" sldId="270"/>
            <ac:spMk id="7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9:55.404" v="820" actId="207"/>
          <ac:spMkLst>
            <pc:docMk/>
            <pc:sldMk cId="0" sldId="270"/>
            <ac:spMk id="9" creationId="{00000000-0000-0000-0000-000000000000}"/>
          </ac:spMkLst>
        </pc:spChg>
        <pc:spChg chg="mod">
          <ac:chgData name="samith lal" userId="a6748cd20b25c243" providerId="LiveId" clId="{B63A99A3-3DDF-48A3-8206-B30309A00352}" dt="2026-09-17T16:51:44.414" v="917" actId="207"/>
          <ac:spMkLst>
            <pc:docMk/>
            <pc:sldMk cId="0" sldId="270"/>
            <ac:spMk id="10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9:55.195" v="819" actId="207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amith lal" userId="a6748cd20b25c243" providerId="LiveId" clId="{B63A99A3-3DDF-48A3-8206-B30309A00352}" dt="2026-09-17T16:51:50.523" v="919" actId="207"/>
          <ac:spMkLst>
            <pc:docMk/>
            <pc:sldMk cId="0" sldId="270"/>
            <ac:spMk id="1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11:07.163" v="642" actId="207"/>
          <ac:spMkLst>
            <pc:docMk/>
            <pc:sldMk cId="0" sldId="270"/>
            <ac:spMk id="17" creationId="{00000000-0000-0000-0000-000000000000}"/>
          </ac:spMkLst>
        </pc:spChg>
        <pc:spChg chg="mod">
          <ac:chgData name="samith lal" userId="a6748cd20b25c243" providerId="LiveId" clId="{B63A99A3-3DDF-48A3-8206-B30309A00352}" dt="2026-09-17T16:51:54.264" v="920" actId="207"/>
          <ac:spMkLst>
            <pc:docMk/>
            <pc:sldMk cId="0" sldId="270"/>
            <ac:spMk id="18" creationId="{00000000-0000-0000-0000-000000000000}"/>
          </ac:spMkLst>
        </pc:spChg>
        <pc:spChg chg="mod">
          <ac:chgData name="samith lal" userId="a6748cd20b25c243" providerId="LiveId" clId="{B63A99A3-3DDF-48A3-8206-B30309A00352}" dt="2026-09-17T16:11:12.102" v="643" actId="207"/>
          <ac:spMkLst>
            <pc:docMk/>
            <pc:sldMk cId="0" sldId="270"/>
            <ac:spMk id="21" creationId="{00000000-0000-0000-0000-000000000000}"/>
          </ac:spMkLst>
        </pc:spChg>
        <pc:spChg chg="mod">
          <ac:chgData name="samith lal" userId="a6748cd20b25c243" providerId="LiveId" clId="{B63A99A3-3DDF-48A3-8206-B30309A00352}" dt="2026-09-17T16:51:58.591" v="921" actId="207"/>
          <ac:spMkLst>
            <pc:docMk/>
            <pc:sldMk cId="0" sldId="270"/>
            <ac:spMk id="22" creationId="{00000000-0000-0000-0000-000000000000}"/>
          </ac:spMkLst>
        </pc:spChg>
        <pc:spChg chg="mod">
          <ac:chgData name="samith lal" userId="a6748cd20b25c243" providerId="LiveId" clId="{B63A99A3-3DDF-48A3-8206-B30309A00352}" dt="2026-09-17T08:05:44.109" v="156" actId="20577"/>
          <ac:spMkLst>
            <pc:docMk/>
            <pc:sldMk cId="0" sldId="270"/>
            <ac:spMk id="23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0:14.262" v="824" actId="207"/>
          <ac:spMkLst>
            <pc:docMk/>
            <pc:sldMk cId="0" sldId="270"/>
            <ac:spMk id="2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56:42.905" v="922" actId="1076"/>
          <ac:spMkLst>
            <pc:docMk/>
            <pc:sldMk cId="0" sldId="270"/>
            <ac:spMk id="32" creationId="{00000000-0000-0000-0000-000000000000}"/>
          </ac:spMkLst>
        </pc:spChg>
        <pc:spChg chg="mod">
          <ac:chgData name="samith lal" userId="a6748cd20b25c243" providerId="LiveId" clId="{B63A99A3-3DDF-48A3-8206-B30309A00352}" dt="2026-09-18T06:05:43.407" v="1124" actId="1076"/>
          <ac:spMkLst>
            <pc:docMk/>
            <pc:sldMk cId="0" sldId="270"/>
            <ac:spMk id="40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6:48.600" v="861" actId="207"/>
          <ac:spMkLst>
            <pc:docMk/>
            <pc:sldMk cId="0" sldId="270"/>
            <ac:spMk id="41" creationId="{00000000-0000-0000-0000-000000000000}"/>
          </ac:spMkLst>
        </pc:spChg>
      </pc:sldChg>
      <pc:sldChg chg="addSp delSp modSp mod modTransition">
        <pc:chgData name="samith lal" userId="a6748cd20b25c243" providerId="LiveId" clId="{B63A99A3-3DDF-48A3-8206-B30309A00352}" dt="2026-09-18T06:06:13.048" v="1128" actId="1076"/>
        <pc:sldMkLst>
          <pc:docMk/>
          <pc:sldMk cId="0" sldId="271"/>
        </pc:sldMkLst>
        <pc:spChg chg="mod">
          <ac:chgData name="samith lal" userId="a6748cd20b25c243" providerId="LiveId" clId="{B63A99A3-3DDF-48A3-8206-B30309A00352}" dt="2026-09-17T16:44:15.887" v="890" actId="207"/>
          <ac:spMkLst>
            <pc:docMk/>
            <pc:sldMk cId="0" sldId="271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5:15.318" v="895" actId="255"/>
          <ac:spMkLst>
            <pc:docMk/>
            <pc:sldMk cId="0" sldId="271"/>
            <ac:spMk id="5" creationId="{00000000-0000-0000-0000-000000000000}"/>
          </ac:spMkLst>
        </pc:spChg>
        <pc:spChg chg="add del mod">
          <ac:chgData name="samith lal" userId="a6748cd20b25c243" providerId="LiveId" clId="{B63A99A3-3DDF-48A3-8206-B30309A00352}" dt="2026-09-17T17:25:38.425" v="972" actId="20577"/>
          <ac:spMkLst>
            <pc:docMk/>
            <pc:sldMk cId="0" sldId="271"/>
            <ac:spMk id="7" creationId="{00000000-0000-0000-0000-000000000000}"/>
          </ac:spMkLst>
        </pc:spChg>
        <pc:spChg chg="mod">
          <ac:chgData name="samith lal" userId="a6748cd20b25c243" providerId="LiveId" clId="{B63A99A3-3DDF-48A3-8206-B30309A00352}" dt="2026-09-18T04:01:49.284" v="1108" actId="20577"/>
          <ac:spMkLst>
            <pc:docMk/>
            <pc:sldMk cId="0" sldId="271"/>
            <ac:spMk id="8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4:20.252" v="891" actId="207"/>
          <ac:spMkLst>
            <pc:docMk/>
            <pc:sldMk cId="0" sldId="271"/>
            <ac:spMk id="9" creationId="{00000000-0000-0000-0000-000000000000}"/>
          </ac:spMkLst>
        </pc:spChg>
        <pc:spChg chg="mod">
          <ac:chgData name="samith lal" userId="a6748cd20b25c243" providerId="LiveId" clId="{B63A99A3-3DDF-48A3-8206-B30309A00352}" dt="2026-09-18T04:01:37.056" v="1104" actId="20577"/>
          <ac:spMkLst>
            <pc:docMk/>
            <pc:sldMk cId="0" sldId="271"/>
            <ac:spMk id="24" creationId="{00000000-0000-0000-0000-000000000000}"/>
          </ac:spMkLst>
        </pc:spChg>
        <pc:spChg chg="mod">
          <ac:chgData name="samith lal" userId="a6748cd20b25c243" providerId="LiveId" clId="{B63A99A3-3DDF-48A3-8206-B30309A00352}" dt="2026-09-18T04:02:11.356" v="1113" actId="20577"/>
          <ac:spMkLst>
            <pc:docMk/>
            <pc:sldMk cId="0" sldId="271"/>
            <ac:spMk id="34" creationId="{00000000-0000-0000-0000-000000000000}"/>
          </ac:spMkLst>
        </pc:spChg>
        <pc:spChg chg="del mod">
          <ac:chgData name="samith lal" userId="a6748cd20b25c243" providerId="LiveId" clId="{B63A99A3-3DDF-48A3-8206-B30309A00352}" dt="2026-09-18T06:05:40.421" v="1123"/>
          <ac:spMkLst>
            <pc:docMk/>
            <pc:sldMk cId="0" sldId="271"/>
            <ac:spMk id="35" creationId="{00000000-0000-0000-0000-000000000000}"/>
          </ac:spMkLst>
        </pc:spChg>
        <pc:spChg chg="add mod">
          <ac:chgData name="samith lal" userId="a6748cd20b25c243" providerId="LiveId" clId="{B63A99A3-3DDF-48A3-8206-B30309A00352}" dt="2026-09-17T16:37:00.547" v="863" actId="207"/>
          <ac:spMkLst>
            <pc:docMk/>
            <pc:sldMk cId="0" sldId="271"/>
            <ac:spMk id="37" creationId="{5FCB4F67-2C60-75C2-3D0C-701AB83B3276}"/>
          </ac:spMkLst>
        </pc:spChg>
        <pc:spChg chg="add mod">
          <ac:chgData name="samith lal" userId="a6748cd20b25c243" providerId="LiveId" clId="{B63A99A3-3DDF-48A3-8206-B30309A00352}" dt="2026-09-18T06:06:13.048" v="1128" actId="1076"/>
          <ac:spMkLst>
            <pc:docMk/>
            <pc:sldMk cId="0" sldId="271"/>
            <ac:spMk id="38" creationId="{56BEB718-9226-B37F-67D0-CD7ED29C203D}"/>
          </ac:spMkLst>
        </pc:spChg>
      </pc:sldChg>
      <pc:sldChg chg="addSp modSp mod modTransition setBg">
        <pc:chgData name="samith lal" userId="a6748cd20b25c243" providerId="LiveId" clId="{B63A99A3-3DDF-48A3-8206-B30309A00352}" dt="2026-09-18T03:59:09.504" v="1070" actId="113"/>
        <pc:sldMkLst>
          <pc:docMk/>
          <pc:sldMk cId="0" sldId="272"/>
        </pc:sldMkLst>
        <pc:spChg chg="mod">
          <ac:chgData name="samith lal" userId="a6748cd20b25c243" providerId="LiveId" clId="{B63A99A3-3DDF-48A3-8206-B30309A00352}" dt="2026-09-17T16:31:08.273" v="829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0:30.539" v="748" actId="207"/>
          <ac:spMkLst>
            <pc:docMk/>
            <pc:sldMk cId="0" sldId="272"/>
            <ac:spMk id="3" creationId="{00000000-0000-0000-0000-000000000000}"/>
          </ac:spMkLst>
        </pc:spChg>
        <pc:spChg chg="mod">
          <ac:chgData name="samith lal" userId="a6748cd20b25c243" providerId="LiveId" clId="{B63A99A3-3DDF-48A3-8206-B30309A00352}" dt="2026-09-17T10:00:56.861" v="243" actId="20577"/>
          <ac:spMkLst>
            <pc:docMk/>
            <pc:sldMk cId="0" sldId="272"/>
            <ac:spMk id="5" creationId="{00000000-0000-0000-0000-000000000000}"/>
          </ac:spMkLst>
        </pc:spChg>
        <pc:spChg chg="mod">
          <ac:chgData name="samith lal" userId="a6748cd20b25c243" providerId="LiveId" clId="{B63A99A3-3DDF-48A3-8206-B30309A00352}" dt="2026-09-17T16:19:54.608" v="741" actId="207"/>
          <ac:spMkLst>
            <pc:docMk/>
            <pc:sldMk cId="0" sldId="272"/>
            <ac:spMk id="7" creationId="{00000000-0000-0000-0000-000000000000}"/>
          </ac:spMkLst>
        </pc:spChg>
        <pc:spChg chg="mod">
          <ac:chgData name="samith lal" userId="a6748cd20b25c243" providerId="LiveId" clId="{B63A99A3-3DDF-48A3-8206-B30309A00352}" dt="2026-09-17T17:22:35.929" v="929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samith lal" userId="a6748cd20b25c243" providerId="LiveId" clId="{B63A99A3-3DDF-48A3-8206-B30309A00352}" dt="2026-09-17T17:22:28.501" v="927" actId="20577"/>
          <ac:spMkLst>
            <pc:docMk/>
            <pc:sldMk cId="0" sldId="272"/>
            <ac:spMk id="9" creationId="{00000000-0000-0000-0000-000000000000}"/>
          </ac:spMkLst>
        </pc:spChg>
        <pc:spChg chg="mod">
          <ac:chgData name="samith lal" userId="a6748cd20b25c243" providerId="LiveId" clId="{B63A99A3-3DDF-48A3-8206-B30309A00352}" dt="2026-09-17T17:23:02.282" v="930" actId="20577"/>
          <ac:spMkLst>
            <pc:docMk/>
            <pc:sldMk cId="0" sldId="272"/>
            <ac:spMk id="10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0:21.769" v="746" actId="207"/>
          <ac:spMkLst>
            <pc:docMk/>
            <pc:sldMk cId="0" sldId="272"/>
            <ac:spMk id="11" creationId="{00000000-0000-0000-0000-000000000000}"/>
          </ac:spMkLst>
        </pc:spChg>
        <pc:spChg chg="mod">
          <ac:chgData name="samith lal" userId="a6748cd20b25c243" providerId="LiveId" clId="{B63A99A3-3DDF-48A3-8206-B30309A00352}" dt="2026-09-17T17:23:05.522" v="931" actId="2057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1:12.011" v="830" actId="207"/>
          <ac:spMkLst>
            <pc:docMk/>
            <pc:sldMk cId="0" sldId="272"/>
            <ac:spMk id="15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0:47.499" v="751" actId="207"/>
          <ac:spMkLst>
            <pc:docMk/>
            <pc:sldMk cId="0" sldId="272"/>
            <ac:spMk id="16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0:43.683" v="750" actId="207"/>
          <ac:spMkLst>
            <pc:docMk/>
            <pc:sldMk cId="0" sldId="272"/>
            <ac:spMk id="19" creationId="{00000000-0000-0000-0000-000000000000}"/>
          </ac:spMkLst>
        </pc:spChg>
        <pc:spChg chg="mod">
          <ac:chgData name="samith lal" userId="a6748cd20b25c243" providerId="LiveId" clId="{B63A99A3-3DDF-48A3-8206-B30309A00352}" dt="2026-09-18T03:59:09.504" v="1070" actId="113"/>
          <ac:spMkLst>
            <pc:docMk/>
            <pc:sldMk cId="0" sldId="272"/>
            <ac:spMk id="20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0:51.102" v="752" actId="207"/>
          <ac:spMkLst>
            <pc:docMk/>
            <pc:sldMk cId="0" sldId="272"/>
            <ac:spMk id="22" creationId="{00000000-0000-0000-0000-000000000000}"/>
          </ac:spMkLst>
        </pc:spChg>
        <pc:spChg chg="add mod">
          <ac:chgData name="samith lal" userId="a6748cd20b25c243" providerId="LiveId" clId="{B63A99A3-3DDF-48A3-8206-B30309A00352}" dt="2026-09-17T16:39:38.627" v="869" actId="255"/>
          <ac:spMkLst>
            <pc:docMk/>
            <pc:sldMk cId="0" sldId="272"/>
            <ac:spMk id="27" creationId="{F305DD1C-2E67-D58C-5F05-4057B16531D6}"/>
          </ac:spMkLst>
        </pc:spChg>
      </pc:sldChg>
      <pc:sldChg chg="addSp modSp mod modTransition">
        <pc:chgData name="samith lal" userId="a6748cd20b25c243" providerId="LiveId" clId="{B63A99A3-3DDF-48A3-8206-B30309A00352}" dt="2026-09-18T03:58:52.996" v="1065" actId="207"/>
        <pc:sldMkLst>
          <pc:docMk/>
          <pc:sldMk cId="0" sldId="273"/>
        </pc:sldMkLst>
        <pc:spChg chg="mod">
          <ac:chgData name="samith lal" userId="a6748cd20b25c243" providerId="LiveId" clId="{B63A99A3-3DDF-48A3-8206-B30309A00352}" dt="2026-09-17T16:31:02.839" v="828" actId="207"/>
          <ac:spMkLst>
            <pc:docMk/>
            <pc:sldMk cId="0" sldId="273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8:40.558" v="905" actId="207"/>
          <ac:spMkLst>
            <pc:docMk/>
            <pc:sldMk cId="0" sldId="273"/>
            <ac:spMk id="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8:34.710" v="904" actId="207"/>
          <ac:spMkLst>
            <pc:docMk/>
            <pc:sldMk cId="0" sldId="273"/>
            <ac:spMk id="8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8:43.680" v="906" actId="207"/>
          <ac:spMkLst>
            <pc:docMk/>
            <pc:sldMk cId="0" sldId="273"/>
            <ac:spMk id="12" creationId="{00000000-0000-0000-0000-000000000000}"/>
          </ac:spMkLst>
        </pc:spChg>
        <pc:spChg chg="mod">
          <ac:chgData name="samith lal" userId="a6748cd20b25c243" providerId="LiveId" clId="{B63A99A3-3DDF-48A3-8206-B30309A00352}" dt="2026-09-18T03:58:52.996" v="1065" actId="207"/>
          <ac:spMkLst>
            <pc:docMk/>
            <pc:sldMk cId="0" sldId="273"/>
            <ac:spMk id="1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8:47.290" v="907" actId="207"/>
          <ac:spMkLst>
            <pc:docMk/>
            <pc:sldMk cId="0" sldId="273"/>
            <ac:spMk id="15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8:51.661" v="908" actId="207"/>
          <ac:spMkLst>
            <pc:docMk/>
            <pc:sldMk cId="0" sldId="273"/>
            <ac:spMk id="18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8:13.182" v="902" actId="207"/>
          <ac:spMkLst>
            <pc:docMk/>
            <pc:sldMk cId="0" sldId="273"/>
            <ac:spMk id="19" creationId="{00000000-0000-0000-0000-000000000000}"/>
          </ac:spMkLst>
        </pc:spChg>
        <pc:spChg chg="mod">
          <ac:chgData name="samith lal" userId="a6748cd20b25c243" providerId="LiveId" clId="{B63A99A3-3DDF-48A3-8206-B30309A00352}" dt="2026-09-18T03:58:27.900" v="1062"/>
          <ac:spMkLst>
            <pc:docMk/>
            <pc:sldMk cId="0" sldId="273"/>
            <ac:spMk id="20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8:55.911" v="909" actId="207"/>
          <ac:spMkLst>
            <pc:docMk/>
            <pc:sldMk cId="0" sldId="273"/>
            <ac:spMk id="21" creationId="{00000000-0000-0000-0000-000000000000}"/>
          </ac:spMkLst>
        </pc:spChg>
        <pc:spChg chg="mod">
          <ac:chgData name="samith lal" userId="a6748cd20b25c243" providerId="LiveId" clId="{B63A99A3-3DDF-48A3-8206-B30309A00352}" dt="2026-09-17T16:49:03.543" v="910" actId="207"/>
          <ac:spMkLst>
            <pc:docMk/>
            <pc:sldMk cId="0" sldId="273"/>
            <ac:spMk id="2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16:49.349" v="714" actId="207"/>
          <ac:spMkLst>
            <pc:docMk/>
            <pc:sldMk cId="0" sldId="273"/>
            <ac:spMk id="27" creationId="{00000000-0000-0000-0000-000000000000}"/>
          </ac:spMkLst>
        </pc:spChg>
        <pc:spChg chg="add mod">
          <ac:chgData name="samith lal" userId="a6748cd20b25c243" providerId="LiveId" clId="{B63A99A3-3DDF-48A3-8206-B30309A00352}" dt="2026-09-17T16:39:31.726" v="867" actId="255"/>
          <ac:spMkLst>
            <pc:docMk/>
            <pc:sldMk cId="0" sldId="273"/>
            <ac:spMk id="29" creationId="{E7A29C78-EF4F-1A45-79C5-E5A9F212D4F7}"/>
          </ac:spMkLst>
        </pc:spChg>
      </pc:sldChg>
      <pc:sldChg chg="addSp delSp modSp mod modTransition">
        <pc:chgData name="samith lal" userId="a6748cd20b25c243" providerId="LiveId" clId="{B63A99A3-3DDF-48A3-8206-B30309A00352}" dt="2026-09-18T04:10:52.279" v="1115" actId="1076"/>
        <pc:sldMkLst>
          <pc:docMk/>
          <pc:sldMk cId="0" sldId="274"/>
        </pc:sldMkLst>
        <pc:spChg chg="mod">
          <ac:chgData name="samith lal" userId="a6748cd20b25c243" providerId="LiveId" clId="{B63A99A3-3DDF-48A3-8206-B30309A00352}" dt="2026-09-17T16:29:34.626" v="815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3:59.423" v="841" actId="207"/>
          <ac:spMkLst>
            <pc:docMk/>
            <pc:sldMk cId="0" sldId="274"/>
            <ac:spMk id="3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3:03.235" v="836" actId="207"/>
          <ac:spMkLst>
            <pc:docMk/>
            <pc:sldMk cId="0" sldId="274"/>
            <ac:spMk id="5" creationId="{00000000-0000-0000-0000-000000000000}"/>
          </ac:spMkLst>
        </pc:spChg>
        <pc:spChg chg="mod">
          <ac:chgData name="samith lal" userId="a6748cd20b25c243" providerId="LiveId" clId="{B63A99A3-3DDF-48A3-8206-B30309A00352}" dt="2026-09-17T16:16:15.204" v="710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3:11.742" v="837" actId="207"/>
          <ac:spMkLst>
            <pc:docMk/>
            <pc:sldMk cId="0" sldId="274"/>
            <ac:spMk id="10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3:18.877" v="838" actId="207"/>
          <ac:spMkLst>
            <pc:docMk/>
            <pc:sldMk cId="0" sldId="274"/>
            <ac:spMk id="15" creationId="{00000000-0000-0000-0000-000000000000}"/>
          </ac:spMkLst>
        </pc:spChg>
        <pc:spChg chg="mod">
          <ac:chgData name="samith lal" userId="a6748cd20b25c243" providerId="LiveId" clId="{B63A99A3-3DDF-48A3-8206-B30309A00352}" dt="2026-09-18T04:00:40.622" v="1091" actId="255"/>
          <ac:spMkLst>
            <pc:docMk/>
            <pc:sldMk cId="0" sldId="274"/>
            <ac:spMk id="19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3:33.299" v="839" actId="207"/>
          <ac:spMkLst>
            <pc:docMk/>
            <pc:sldMk cId="0" sldId="274"/>
            <ac:spMk id="20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3:50.007" v="840" actId="207"/>
          <ac:spMkLst>
            <pc:docMk/>
            <pc:sldMk cId="0" sldId="274"/>
            <ac:spMk id="25" creationId="{00000000-0000-0000-0000-000000000000}"/>
          </ac:spMkLst>
        </pc:spChg>
        <pc:spChg chg="mod">
          <ac:chgData name="samith lal" userId="a6748cd20b25c243" providerId="LiveId" clId="{B63A99A3-3DDF-48A3-8206-B30309A00352}" dt="2026-09-18T04:01:18.461" v="1097" actId="255"/>
          <ac:spMkLst>
            <pc:docMk/>
            <pc:sldMk cId="0" sldId="274"/>
            <ac:spMk id="29" creationId="{00000000-0000-0000-0000-000000000000}"/>
          </ac:spMkLst>
        </pc:spChg>
        <pc:spChg chg="mod">
          <ac:chgData name="samith lal" userId="a6748cd20b25c243" providerId="LiveId" clId="{B63A99A3-3DDF-48A3-8206-B30309A00352}" dt="2026-09-17T16:35:06.859" v="851" actId="207"/>
          <ac:spMkLst>
            <pc:docMk/>
            <pc:sldMk cId="0" sldId="274"/>
            <ac:spMk id="30" creationId="{00000000-0000-0000-0000-000000000000}"/>
          </ac:spMkLst>
        </pc:spChg>
        <pc:spChg chg="mod">
          <ac:chgData name="samith lal" userId="a6748cd20b25c243" providerId="LiveId" clId="{B63A99A3-3DDF-48A3-8206-B30309A00352}" dt="2026-09-18T04:10:52.279" v="1115" actId="1076"/>
          <ac:spMkLst>
            <pc:docMk/>
            <pc:sldMk cId="0" sldId="274"/>
            <ac:spMk id="31" creationId="{00000000-0000-0000-0000-000000000000}"/>
          </ac:spMkLst>
        </pc:spChg>
        <pc:spChg chg="add del mod">
          <ac:chgData name="samith lal" userId="a6748cd20b25c243" providerId="LiveId" clId="{B63A99A3-3DDF-48A3-8206-B30309A00352}" dt="2026-09-17T16:39:03.993" v="865" actId="255"/>
          <ac:spMkLst>
            <pc:docMk/>
            <pc:sldMk cId="0" sldId="274"/>
            <ac:spMk id="33" creationId="{AF7F2BAF-1C05-C883-100B-DB5C4CC5303E}"/>
          </ac:spMkLst>
        </pc:spChg>
      </pc:sldChg>
      <pc:sldChg chg="addSp delSp modSp mod modTransition setBg">
        <pc:chgData name="samith lal" userId="a6748cd20b25c243" providerId="LiveId" clId="{B63A99A3-3DDF-48A3-8206-B30309A00352}" dt="2026-09-17T16:40:23.489" v="881" actId="255"/>
        <pc:sldMkLst>
          <pc:docMk/>
          <pc:sldMk cId="0" sldId="275"/>
        </pc:sldMkLst>
        <pc:spChg chg="mod">
          <ac:chgData name="samith lal" userId="a6748cd20b25c243" providerId="LiveId" clId="{B63A99A3-3DDF-48A3-8206-B30309A00352}" dt="2026-09-17T16:27:24.178" v="798" actId="20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6:45.234" v="791" actId="207"/>
          <ac:spMkLst>
            <pc:docMk/>
            <pc:sldMk cId="0" sldId="275"/>
            <ac:spMk id="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6:42.020" v="790" actId="207"/>
          <ac:spMkLst>
            <pc:docMk/>
            <pc:sldMk cId="0" sldId="275"/>
            <ac:spMk id="6" creationId="{00000000-0000-0000-0000-000000000000}"/>
          </ac:spMkLst>
        </pc:spChg>
        <pc:spChg chg="add del mod">
          <ac:chgData name="samith lal" userId="a6748cd20b25c243" providerId="LiveId" clId="{B63A99A3-3DDF-48A3-8206-B30309A00352}" dt="2026-09-17T10:12:07.943" v="403" actId="20577"/>
          <ac:spMkLst>
            <pc:docMk/>
            <pc:sldMk cId="0" sldId="275"/>
            <ac:spMk id="8" creationId="{00000000-0000-0000-0000-000000000000}"/>
          </ac:spMkLst>
        </pc:spChg>
        <pc:spChg chg="del mod">
          <ac:chgData name="samith lal" userId="a6748cd20b25c243" providerId="LiveId" clId="{B63A99A3-3DDF-48A3-8206-B30309A00352}" dt="2026-09-17T10:06:47.637" v="316"/>
          <ac:spMkLst>
            <pc:docMk/>
            <pc:sldMk cId="0" sldId="275"/>
            <ac:spMk id="9" creationId="{00000000-0000-0000-0000-000000000000}"/>
          </ac:spMkLst>
        </pc:spChg>
        <pc:spChg chg="mod">
          <ac:chgData name="samith lal" userId="a6748cd20b25c243" providerId="LiveId" clId="{B63A99A3-3DDF-48A3-8206-B30309A00352}" dt="2026-09-17T10:13:35.236" v="499" actId="14100"/>
          <ac:spMkLst>
            <pc:docMk/>
            <pc:sldMk cId="0" sldId="275"/>
            <ac:spMk id="11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6:25.953" v="787" actId="255"/>
          <ac:spMkLst>
            <pc:docMk/>
            <pc:sldMk cId="0" sldId="275"/>
            <ac:spMk id="19" creationId="{00000000-0000-0000-0000-000000000000}"/>
          </ac:spMkLst>
        </pc:spChg>
        <pc:spChg chg="add mod">
          <ac:chgData name="samith lal" userId="a6748cd20b25c243" providerId="LiveId" clId="{B63A99A3-3DDF-48A3-8206-B30309A00352}" dt="2026-09-17T16:40:23.489" v="881" actId="255"/>
          <ac:spMkLst>
            <pc:docMk/>
            <pc:sldMk cId="0" sldId="275"/>
            <ac:spMk id="20" creationId="{66AB2CA4-50AF-7AF2-2C6F-509736AC60EA}"/>
          </ac:spMkLst>
        </pc:spChg>
        <pc:spChg chg="add mod">
          <ac:chgData name="samith lal" userId="a6748cd20b25c243" providerId="LiveId" clId="{B63A99A3-3DDF-48A3-8206-B30309A00352}" dt="2026-09-17T10:13:30.074" v="498" actId="1076"/>
          <ac:spMkLst>
            <pc:docMk/>
            <pc:sldMk cId="0" sldId="275"/>
            <ac:spMk id="21" creationId="{A8DE9A8C-DCF3-CB8E-13C4-A4671DA67479}"/>
          </ac:spMkLst>
        </pc:spChg>
      </pc:sldChg>
      <pc:sldChg chg="addSp delSp modSp mod modTransition setBg">
        <pc:chgData name="samith lal" userId="a6748cd20b25c243" providerId="LiveId" clId="{B63A99A3-3DDF-48A3-8206-B30309A00352}" dt="2026-09-18T05:00:28.994" v="1120" actId="20577"/>
        <pc:sldMkLst>
          <pc:docMk/>
          <pc:sldMk cId="0" sldId="276"/>
        </pc:sldMkLst>
        <pc:spChg chg="mod">
          <ac:chgData name="samith lal" userId="a6748cd20b25c243" providerId="LiveId" clId="{B63A99A3-3DDF-48A3-8206-B30309A00352}" dt="2026-09-17T16:25:53.686" v="784" actId="14100"/>
          <ac:spMkLst>
            <pc:docMk/>
            <pc:sldMk cId="0" sldId="276"/>
            <ac:spMk id="2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5:22.211" v="777" actId="207"/>
          <ac:spMkLst>
            <pc:docMk/>
            <pc:sldMk cId="0" sldId="276"/>
            <ac:spMk id="3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5:36.014" v="780" actId="207"/>
          <ac:spMkLst>
            <pc:docMk/>
            <pc:sldMk cId="0" sldId="276"/>
            <ac:spMk id="4" creationId="{00000000-0000-0000-0000-000000000000}"/>
          </ac:spMkLst>
        </pc:spChg>
        <pc:spChg chg="mod">
          <ac:chgData name="samith lal" userId="a6748cd20b25c243" providerId="LiveId" clId="{B63A99A3-3DDF-48A3-8206-B30309A00352}" dt="2026-09-17T16:25:41.384" v="781" actId="207"/>
          <ac:spMkLst>
            <pc:docMk/>
            <pc:sldMk cId="0" sldId="276"/>
            <ac:spMk id="5" creationId="{00000000-0000-0000-0000-000000000000}"/>
          </ac:spMkLst>
        </pc:spChg>
        <pc:spChg chg="add mod">
          <ac:chgData name="samith lal" userId="a6748cd20b25c243" providerId="LiveId" clId="{B63A99A3-3DDF-48A3-8206-B30309A00352}" dt="2026-09-17T16:25:14.872" v="775" actId="207"/>
          <ac:spMkLst>
            <pc:docMk/>
            <pc:sldMk cId="0" sldId="276"/>
            <ac:spMk id="7" creationId="{72D413F7-F1A9-2A3B-0E8F-D61A7E430102}"/>
          </ac:spMkLst>
        </pc:spChg>
        <pc:spChg chg="add mod">
          <ac:chgData name="samith lal" userId="a6748cd20b25c243" providerId="LiveId" clId="{B63A99A3-3DDF-48A3-8206-B30309A00352}" dt="2026-09-18T05:00:28.994" v="1120" actId="20577"/>
          <ac:spMkLst>
            <pc:docMk/>
            <pc:sldMk cId="0" sldId="276"/>
            <ac:spMk id="8" creationId="{48C63B23-0D0A-E497-AF89-06B2DE7F4838}"/>
          </ac:spMkLst>
        </pc:spChg>
        <pc:spChg chg="add">
          <ac:chgData name="samith lal" userId="a6748cd20b25c243" providerId="LiveId" clId="{B63A99A3-3DDF-48A3-8206-B30309A00352}" dt="2026-09-17T07:07:01.453" v="83" actId="22"/>
          <ac:spMkLst>
            <pc:docMk/>
            <pc:sldMk cId="0" sldId="276"/>
            <ac:spMk id="9" creationId="{C7371804-61F3-A8F6-C37C-29CA325B4FF9}"/>
          </ac:spMkLst>
        </pc:spChg>
        <pc:spChg chg="add del">
          <ac:chgData name="samith lal" userId="a6748cd20b25c243" providerId="LiveId" clId="{B63A99A3-3DDF-48A3-8206-B30309A00352}" dt="2026-09-17T07:07:21.701" v="86" actId="22"/>
          <ac:spMkLst>
            <pc:docMk/>
            <pc:sldMk cId="0" sldId="276"/>
            <ac:spMk id="13" creationId="{159CF07C-A71F-785B-5D70-6BBA1950752F}"/>
          </ac:spMkLst>
        </pc:spChg>
        <pc:spChg chg="add">
          <ac:chgData name="samith lal" userId="a6748cd20b25c243" providerId="LiveId" clId="{B63A99A3-3DDF-48A3-8206-B30309A00352}" dt="2026-09-17T07:07:29.406" v="88" actId="22"/>
          <ac:spMkLst>
            <pc:docMk/>
            <pc:sldMk cId="0" sldId="276"/>
            <ac:spMk id="15" creationId="{C075B056-635C-ABCB-160E-7BB71C4E2B3A}"/>
          </ac:spMkLst>
        </pc:spChg>
        <pc:picChg chg="add del mod ord">
          <ac:chgData name="samith lal" userId="a6748cd20b25c243" providerId="LiveId" clId="{B63A99A3-3DDF-48A3-8206-B30309A00352}" dt="2026-09-17T07:50:16.858" v="149" actId="478"/>
          <ac:picMkLst>
            <pc:docMk/>
            <pc:sldMk cId="0" sldId="276"/>
            <ac:picMk id="8" creationId="{FD07B8A5-BC26-36F5-F448-7F1BD283CD0A}"/>
          </ac:picMkLst>
        </pc:picChg>
        <pc:picChg chg="add del">
          <ac:chgData name="samith lal" userId="a6748cd20b25c243" providerId="LiveId" clId="{B63A99A3-3DDF-48A3-8206-B30309A00352}" dt="2026-09-17T07:07:22.045" v="87" actId="22"/>
          <ac:picMkLst>
            <pc:docMk/>
            <pc:sldMk cId="0" sldId="276"/>
            <ac:picMk id="11" creationId="{C8A9A250-5159-E7ED-0156-5DC4B517FB40}"/>
          </ac:picMkLst>
        </pc:picChg>
        <pc:picChg chg="add">
          <ac:chgData name="samith lal" userId="a6748cd20b25c243" providerId="LiveId" clId="{B63A99A3-3DDF-48A3-8206-B30309A00352}" dt="2026-09-17T07:07:36.944" v="89" actId="22"/>
          <ac:picMkLst>
            <pc:docMk/>
            <pc:sldMk cId="0" sldId="276"/>
            <ac:picMk id="17" creationId="{8F3D6DB3-F766-1DBF-6405-DF6D40BCF8A1}"/>
          </ac:picMkLst>
        </pc:picChg>
      </pc:sldChg>
      <pc:sldChg chg="addSp modSp new mod ord">
        <pc:chgData name="samith lal" userId="a6748cd20b25c243" providerId="LiveId" clId="{B63A99A3-3DDF-48A3-8206-B30309A00352}" dt="2026-09-18T05:00:23.948" v="1118" actId="1076"/>
        <pc:sldMkLst>
          <pc:docMk/>
          <pc:sldMk cId="1628968180" sldId="277"/>
        </pc:sldMkLst>
        <pc:spChg chg="add mod">
          <ac:chgData name="samith lal" userId="a6748cd20b25c243" providerId="LiveId" clId="{B63A99A3-3DDF-48A3-8206-B30309A00352}" dt="2026-09-17T17:33:41.458" v="1022" actId="207"/>
          <ac:spMkLst>
            <pc:docMk/>
            <pc:sldMk cId="1628968180" sldId="277"/>
            <ac:spMk id="3" creationId="{D1AEC077-DB61-B0D1-9F0D-12A13858DB6B}"/>
          </ac:spMkLst>
        </pc:spChg>
        <pc:spChg chg="add mod">
          <ac:chgData name="samith lal" userId="a6748cd20b25c243" providerId="LiveId" clId="{B63A99A3-3DDF-48A3-8206-B30309A00352}" dt="2026-09-18T05:00:23.948" v="1118" actId="1076"/>
          <ac:spMkLst>
            <pc:docMk/>
            <pc:sldMk cId="1628968180" sldId="277"/>
            <ac:spMk id="4" creationId="{D8064F7A-C00D-6120-777E-298AA7C417E9}"/>
          </ac:spMkLst>
        </pc:spChg>
      </pc:sldChg>
      <pc:sldChg chg="add del setBg">
        <pc:chgData name="samith lal" userId="a6748cd20b25c243" providerId="LiveId" clId="{B63A99A3-3DDF-48A3-8206-B30309A00352}" dt="2026-09-17T06:59:22.336" v="5" actId="47"/>
        <pc:sldMkLst>
          <pc:docMk/>
          <pc:sldMk cId="1692539351" sldId="277"/>
        </pc:sldMkLst>
      </pc:sldChg>
      <pc:sldChg chg="add del setBg">
        <pc:chgData name="samith lal" userId="a6748cd20b25c243" providerId="LiveId" clId="{B63A99A3-3DDF-48A3-8206-B30309A00352}" dt="2026-09-17T06:59:07.532" v="2" actId="47"/>
        <pc:sldMkLst>
          <pc:docMk/>
          <pc:sldMk cId="3458302493" sldId="278"/>
        </pc:sldMkLst>
      </pc:sldChg>
      <pc:sldMasterChg chg="setBg modSldLayout">
        <pc:chgData name="samith lal" userId="a6748cd20b25c243" providerId="LiveId" clId="{B63A99A3-3DDF-48A3-8206-B30309A00352}" dt="2026-09-17T16:06:31.257" v="611"/>
        <pc:sldMasterMkLst>
          <pc:docMk/>
          <pc:sldMasterMk cId="3498207145" sldId="2147483669"/>
        </pc:sldMasterMkLst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3161609278" sldId="2147483670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11279864" sldId="2147483671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476780300" sldId="2147483672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592048293" sldId="2147483673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659601159" sldId="2147483674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3168448119" sldId="2147483675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3181424679" sldId="2147483676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089727091" sldId="2147483677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019016979" sldId="2147483678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525885504" sldId="2147483679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1267402608" sldId="2147483680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316130116" sldId="2147483681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177944799" sldId="2147483682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628210392" sldId="2147483683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044893721" sldId="2147483684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3994063616" sldId="2147483685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511373032" sldId="2147483686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3136666014" sldId="2147483687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1981211751" sldId="2147483688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4219374491" sldId="2147483689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3359982182" sldId="2147483690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076959291" sldId="2147483691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880543922" sldId="2147483692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055382397" sldId="2147483693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146335507" sldId="2147483694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3294398263" sldId="2147483695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3363883687" sldId="2147483696"/>
          </pc:sldLayoutMkLst>
        </pc:sldLayoutChg>
        <pc:sldLayoutChg chg="setBg">
          <pc:chgData name="samith lal" userId="a6748cd20b25c243" providerId="LiveId" clId="{B63A99A3-3DDF-48A3-8206-B30309A00352}" dt="2026-09-17T16:06:31.257" v="611"/>
          <pc:sldLayoutMkLst>
            <pc:docMk/>
            <pc:sldMasterMk cId="3498207145" sldId="2147483669"/>
            <pc:sldLayoutMk cId="2586225453" sldId="214748369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47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609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780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048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601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4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4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727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01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885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402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6130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944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8210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893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063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73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666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211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374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982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9592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543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823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35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398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83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22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0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</p:sldLayoutIdLs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jp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05840"/>
            <a:ext cx="4754880" cy="4754880"/>
          </a:xfrm>
          <a:prstGeom prst="ellipse">
            <a:avLst/>
          </a:prstGeom>
          <a:solidFill>
            <a:srgbClr val="4A6C8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2880360"/>
            <a:ext cx="2926080" cy="2926080"/>
          </a:xfrm>
          <a:prstGeom prst="ellipse">
            <a:avLst/>
          </a:prstGeom>
          <a:solidFill>
            <a:srgbClr val="E8720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3337560"/>
            <a:ext cx="2011680" cy="2011680"/>
          </a:xfrm>
          <a:prstGeom prst="ellipse">
            <a:avLst/>
          </a:prstGeom>
          <a:solidFill>
            <a:srgbClr val="4A6C8C">
              <a:alpha val="65000"/>
            </a:srgbClr>
          </a:solidFill>
          <a:ln/>
        </p:spPr>
      </p:sp>
      <p:pic>
        <p:nvPicPr>
          <p:cNvPr id="5" name="Image 0" descr="icons/layers3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38862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40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 ·  PROGRESS PRESENTATION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365760" y="1376172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b="1" dirty="0">
                <a:latin typeface="Aptos"/>
              </a:rPr>
              <a:t>Reactive Synthesis and Laser Surface Processing for  </a:t>
            </a:r>
          </a:p>
          <a:p>
            <a:r>
              <a:rPr lang="en-IN" sz="2800" b="1" dirty="0">
                <a:latin typeface="Aptos"/>
              </a:rPr>
              <a:t>In-Situ Ceramic Matrix Composite Coatings on Low-Carbon Steel: Development and Adhesion Analysis </a:t>
            </a:r>
          </a:p>
          <a:p>
            <a:br>
              <a:rPr lang="en-IN" sz="2800" b="1" dirty="0">
                <a:latin typeface="Aptos"/>
              </a:rPr>
            </a:br>
            <a:endParaRPr lang="en-US" sz="2800" b="1" dirty="0">
              <a:latin typeface="Apto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33649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730752"/>
            <a:ext cx="2743200" cy="0"/>
          </a:xfrm>
          <a:prstGeom prst="line">
            <a:avLst/>
          </a:prstGeom>
          <a:noFill/>
          <a:ln w="254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Samith lal . B </a:t>
            </a:r>
            <a:r>
              <a:rPr lang="en-US" b="1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[230003013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24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407243"/>
            <a:ext cx="6400800" cy="1215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b="1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 Satyajit Chatterjee</a:t>
            </a:r>
            <a:endParaRPr lang="en-US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[Mechanical Engineering]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44914"/>
            <a:ext cx="932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0811"/>
            <a:ext cx="9326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chemeClr val="bg1"/>
                </a:solidFill>
              </a:rPr>
              <a:t>From Low-Carbon Steel to Ceramic Matrix </a:t>
            </a:r>
            <a:r>
              <a:rPr b="1" dirty="0" err="1">
                <a:solidFill>
                  <a:schemeClr val="bg1"/>
                </a:solidFill>
              </a:rPr>
              <a:t>Composi</a:t>
            </a:r>
            <a:r>
              <a:rPr lang="en-IN" b="1" dirty="0">
                <a:solidFill>
                  <a:schemeClr val="bg1"/>
                </a:solidFill>
              </a:rPr>
              <a:t>t</a:t>
            </a:r>
            <a:r>
              <a:rPr lang="en-US" b="1" dirty="0">
                <a:solidFill>
                  <a:schemeClr val="bg1"/>
                </a:solidFill>
              </a:rPr>
              <a:t>e</a:t>
            </a:r>
            <a:r>
              <a:rPr b="1" dirty="0">
                <a:solidFill>
                  <a:schemeClr val="bg1"/>
                </a:solidFill>
              </a:rPr>
              <a:t>(CMC</a:t>
            </a:r>
            <a:r>
              <a:rPr lang="en-US" b="1" dirty="0">
                <a:solidFill>
                  <a:schemeClr val="bg1"/>
                </a:solidFill>
              </a:rPr>
              <a:t>) </a:t>
            </a:r>
            <a:r>
              <a:rPr b="1" dirty="0">
                <a:solidFill>
                  <a:schemeClr val="bg1"/>
                </a:solidFill>
              </a:rPr>
              <a:t>Coatings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84237"/>
            <a:ext cx="5349240" cy="4326452"/>
          </a:xfrm>
          <a:prstGeom prst="roundRect">
            <a:avLst/>
          </a:prstGeom>
          <a:solidFill>
            <a:schemeClr val="bg1"/>
          </a:solidFill>
          <a:ln>
            <a:solidFill>
              <a:srgbClr val="D7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l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1568299"/>
            <a:ext cx="475488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32323"/>
                </a:solidFill>
              </a:rPr>
              <a:t>1  |  </a:t>
            </a:r>
            <a:r>
              <a:rPr sz="1400" b="1" dirty="0">
                <a:solidFill>
                  <a:srgbClr val="232323"/>
                </a:solidFill>
              </a:rPr>
              <a:t>SUBSTRATE — AISI 1025 LOW-CARBON</a:t>
            </a:r>
            <a:r>
              <a:rPr lang="en-US" sz="1400" b="1" dirty="0">
                <a:solidFill>
                  <a:srgbClr val="232323"/>
                </a:solidFill>
              </a:rPr>
              <a:t> </a:t>
            </a:r>
            <a:r>
              <a:rPr sz="1400" b="1" dirty="0">
                <a:solidFill>
                  <a:srgbClr val="232323"/>
                </a:solidFill>
              </a:rPr>
              <a:t>STEEL</a:t>
            </a:r>
            <a:r>
              <a:rPr lang="en-US" sz="1400" b="1" dirty="0">
                <a:solidFill>
                  <a:srgbClr val="232323"/>
                </a:solidFill>
              </a:rPr>
              <a:t>     </a:t>
            </a:r>
          </a:p>
          <a:p>
            <a:pPr algn="l"/>
            <a:r>
              <a:rPr lang="en-US" sz="1400" b="1" dirty="0">
                <a:solidFill>
                  <a:srgbClr val="232323"/>
                </a:solidFill>
              </a:rPr>
              <a:t>( C : 0.25% </a:t>
            </a:r>
            <a:r>
              <a:rPr lang="en-US" sz="1200" b="1" dirty="0">
                <a:solidFill>
                  <a:srgbClr val="232323"/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899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14141"/>
                </a:solidFill>
              </a:rPr>
              <a:t>Project substrate: 100 × 50 × 8 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78608"/>
            <a:ext cx="45720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373737"/>
                </a:solidFill>
              </a:rPr>
              <a:t>Good bulk mechanical properties, ductility and machinability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373737"/>
                </a:solidFill>
              </a:rPr>
              <a:t>Low cost, readily available and widely used in engineering structures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373737"/>
                </a:solidFill>
              </a:rPr>
              <a:t>However, the surface is not inherently designed for severe wear or high-temperature service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373737"/>
                </a:solidFill>
              </a:rPr>
              <a:t>Surface limitations become critical when hardness, wear resistance and thermal stability are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4572000" cy="3474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200" b="1" dirty="0">
                <a:solidFill>
                  <a:srgbClr val="2D2D2D"/>
                </a:solidFill>
              </a:rPr>
              <a:t>Need: improve surface performance without replacing the steel bulk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17320"/>
            <a:ext cx="5532120" cy="4343400"/>
          </a:xfrm>
          <a:prstGeom prst="roundRect">
            <a:avLst/>
          </a:prstGeom>
          <a:solidFill>
            <a:schemeClr val="bg1"/>
          </a:solidFill>
          <a:ln>
            <a:solidFill>
              <a:srgbClr val="D7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64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32323"/>
                </a:solidFill>
              </a:rPr>
              <a:t>2  |  </a:t>
            </a:r>
            <a:r>
              <a:rPr sz="1400" b="1" dirty="0">
                <a:solidFill>
                  <a:srgbClr val="232323"/>
                </a:solidFill>
              </a:rPr>
              <a:t>CERAMIC MATRIX COMPOSITE (CMC) COATING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373737"/>
                </a:solidFill>
              </a:rPr>
              <a:t>A ceramic-rich surface layer designed to place hard, thermally stable phases where they are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40584"/>
            <a:ext cx="4800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dirty="0">
                <a:solidFill>
                  <a:srgbClr val="373737"/>
                </a:solidFill>
              </a:rPr>
              <a:t>Raises surface hardness and resistance to abrasive / sliding wear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373737"/>
                </a:solidFill>
              </a:rPr>
              <a:t>Introduces refractory ceramic phases for demanding thermal environments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373737"/>
                </a:solidFill>
              </a:rPr>
              <a:t>Can form phases in situ during reactive processing, giving a metallurgically integrated surface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373737"/>
                </a:solidFill>
              </a:rPr>
              <a:t>Literature examples include TiB₂–</a:t>
            </a:r>
            <a:r>
              <a:rPr sz="1300" dirty="0" err="1">
                <a:solidFill>
                  <a:srgbClr val="373737"/>
                </a:solidFill>
              </a:rPr>
              <a:t>TiC</a:t>
            </a:r>
            <a:r>
              <a:rPr sz="1300" dirty="0">
                <a:solidFill>
                  <a:srgbClr val="373737"/>
                </a:solidFill>
              </a:rPr>
              <a:t>, </a:t>
            </a:r>
            <a:r>
              <a:rPr sz="1300" dirty="0" err="1">
                <a:solidFill>
                  <a:srgbClr val="373737"/>
                </a:solidFill>
              </a:rPr>
              <a:t>Al₂O</a:t>
            </a:r>
            <a:r>
              <a:rPr sz="1300" dirty="0">
                <a:solidFill>
                  <a:srgbClr val="373737"/>
                </a:solidFill>
              </a:rPr>
              <a:t>₃–TiB₂–</a:t>
            </a:r>
            <a:r>
              <a:rPr sz="1300" dirty="0" err="1">
                <a:solidFill>
                  <a:srgbClr val="373737"/>
                </a:solidFill>
              </a:rPr>
              <a:t>TiN</a:t>
            </a:r>
            <a:r>
              <a:rPr sz="1300" dirty="0">
                <a:solidFill>
                  <a:srgbClr val="373737"/>
                </a:solidFill>
              </a:rPr>
              <a:t>, </a:t>
            </a:r>
            <a:r>
              <a:rPr sz="1300" dirty="0" err="1">
                <a:solidFill>
                  <a:srgbClr val="373737"/>
                </a:solidFill>
              </a:rPr>
              <a:t>ZrB</a:t>
            </a:r>
            <a:r>
              <a:rPr sz="1300" dirty="0">
                <a:solidFill>
                  <a:srgbClr val="373737"/>
                </a:solidFill>
              </a:rPr>
              <a:t>₂–</a:t>
            </a:r>
            <a:r>
              <a:rPr sz="1300" dirty="0" err="1">
                <a:solidFill>
                  <a:srgbClr val="373737"/>
                </a:solidFill>
              </a:rPr>
              <a:t>ZrC</a:t>
            </a:r>
            <a:r>
              <a:rPr sz="1300" dirty="0">
                <a:solidFill>
                  <a:srgbClr val="373737"/>
                </a:solidFill>
              </a:rPr>
              <a:t>/Cu and (TiB₂+</a:t>
            </a:r>
            <a:r>
              <a:rPr sz="1300" dirty="0" err="1">
                <a:solidFill>
                  <a:srgbClr val="373737"/>
                </a:solidFill>
              </a:rPr>
              <a:t>TiC</a:t>
            </a:r>
            <a:r>
              <a:rPr sz="1300" dirty="0">
                <a:solidFill>
                  <a:srgbClr val="373737"/>
                </a:solidFill>
              </a:rPr>
              <a:t>)/Cu coatings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039360"/>
            <a:ext cx="4846320" cy="5943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</a:rPr>
              <a:t>Project system: </a:t>
            </a:r>
            <a:r>
              <a:rPr lang="en-IN" sz="1300" b="1" dirty="0">
                <a:solidFill>
                  <a:srgbClr val="232323"/>
                </a:solidFill>
              </a:rPr>
              <a:t>4</a:t>
            </a:r>
            <a:r>
              <a:rPr sz="1300" b="1" dirty="0">
                <a:solidFill>
                  <a:srgbClr val="232323"/>
                </a:solidFill>
              </a:rPr>
              <a:t>Al + </a:t>
            </a:r>
            <a:r>
              <a:rPr lang="en-IN" sz="1300" b="1" dirty="0">
                <a:solidFill>
                  <a:srgbClr val="232323"/>
                </a:solidFill>
              </a:rPr>
              <a:t>3</a:t>
            </a:r>
            <a:r>
              <a:rPr sz="1300" b="1" dirty="0" err="1">
                <a:solidFill>
                  <a:srgbClr val="232323"/>
                </a:solidFill>
              </a:rPr>
              <a:t>TiO</a:t>
            </a:r>
            <a:r>
              <a:rPr sz="1300" b="1" dirty="0">
                <a:solidFill>
                  <a:srgbClr val="232323"/>
                </a:solidFill>
              </a:rPr>
              <a:t>₂ + </a:t>
            </a:r>
            <a:r>
              <a:rPr lang="en-IN" sz="1300" b="1" dirty="0">
                <a:solidFill>
                  <a:srgbClr val="232323"/>
                </a:solidFill>
              </a:rPr>
              <a:t>2</a:t>
            </a:r>
            <a:r>
              <a:rPr sz="1300" b="1" dirty="0">
                <a:solidFill>
                  <a:srgbClr val="232323"/>
                </a:solidFill>
              </a:rPr>
              <a:t>BN → </a:t>
            </a:r>
            <a:r>
              <a:rPr lang="en-IN" sz="1300" b="1" dirty="0">
                <a:solidFill>
                  <a:srgbClr val="232323"/>
                </a:solidFill>
              </a:rPr>
              <a:t>2</a:t>
            </a:r>
            <a:r>
              <a:rPr sz="1300" b="1" dirty="0" err="1">
                <a:solidFill>
                  <a:srgbClr val="232323"/>
                </a:solidFill>
              </a:rPr>
              <a:t>Al₂O</a:t>
            </a:r>
            <a:r>
              <a:rPr sz="1300" b="1" dirty="0">
                <a:solidFill>
                  <a:srgbClr val="232323"/>
                </a:solidFill>
              </a:rPr>
              <a:t>₃ + TiB₂ + </a:t>
            </a:r>
            <a:r>
              <a:rPr lang="en-IN" sz="1300" b="1" dirty="0">
                <a:solidFill>
                  <a:srgbClr val="232323"/>
                </a:solidFill>
              </a:rPr>
              <a:t>2</a:t>
            </a:r>
            <a:r>
              <a:rPr sz="1300" b="1" dirty="0" err="1">
                <a:solidFill>
                  <a:srgbClr val="232323"/>
                </a:solidFill>
              </a:rPr>
              <a:t>TiN</a:t>
            </a:r>
            <a:endParaRPr sz="1300" b="1" dirty="0">
              <a:solidFill>
                <a:srgbClr val="232323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5925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WHY CMC COATINGS?  |  Surface engineering for high-hardness, wear- and thermally demanding applications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35E0E8-F5F1-9063-B9F3-CE377C53D7AA}"/>
              </a:ext>
            </a:extLst>
          </p:cNvPr>
          <p:cNvSpPr txBox="1"/>
          <p:nvPr/>
        </p:nvSpPr>
        <p:spPr>
          <a:xfrm>
            <a:off x="921397" y="6333367"/>
            <a:ext cx="84745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et al. (2008); Dey et al. (Literature basis: Bao et al. (2020); Chatterjee 2020); Lv et al. (2020); Zhang et al. (2025).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8232" y="6448378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dirty="0">
                <a:solidFill>
                  <a:schemeClr val="bg1"/>
                </a:solidFill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296" y="393192"/>
            <a:ext cx="9326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6" y="594360"/>
            <a:ext cx="93268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</a:rPr>
              <a:t>Self-Propagating High-Temperature Synthesis (SHS)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3312"/>
            <a:ext cx="3657600" cy="1874519"/>
          </a:xfrm>
          <a:prstGeom prst="roundRect">
            <a:avLst/>
          </a:prstGeom>
          <a:solidFill>
            <a:srgbClr val="F6F7F9"/>
          </a:solidFill>
          <a:ln>
            <a:solidFill>
              <a:srgbClr val="D7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l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81912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</a:rPr>
              <a:t>WHAT IS SHS?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373737"/>
                </a:solidFill>
              </a:rPr>
              <a:t>A highly exothermic reaction in which an initial ignition event starts a combustion reaction that can sustain itself through the reactant mixture.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6552" y="1435607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chemeClr val="bg1"/>
                </a:solidFill>
              </a:rPr>
              <a:t>HOW DOES IT BECOME “SELF-PROPAGATING”?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1508760" cy="50292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2450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/>
              <a:t>Ignition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6" y="2704391"/>
            <a:ext cx="1572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</a:rPr>
              <a:t>External heat initiates the reaction locally</a:t>
            </a:r>
            <a:r>
              <a:rPr sz="1200" b="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1938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A5A5A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1508760" cy="50292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450592"/>
            <a:ext cx="155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/>
              <a:t>Exothermic reaction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816352"/>
            <a:ext cx="157276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chemeClr val="bg1"/>
                </a:solidFill>
              </a:rPr>
              <a:t>Chemical heat is released at the reaction front.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1938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A5A5A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1508760" cy="50292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48555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/>
              <a:t>Heat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2749127"/>
            <a:ext cx="157276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chemeClr val="bg1"/>
                </a:solidFill>
              </a:rPr>
              <a:t>Released heat ignites </a:t>
            </a:r>
            <a:r>
              <a:rPr sz="1100" b="0" dirty="0" err="1">
                <a:solidFill>
                  <a:schemeClr val="bg1"/>
                </a:solidFill>
              </a:rPr>
              <a:t>neighbouring</a:t>
            </a:r>
            <a:r>
              <a:rPr sz="1100" b="0" dirty="0">
                <a:solidFill>
                  <a:schemeClr val="bg1"/>
                </a:solidFill>
              </a:rPr>
              <a:t> reactants</a:t>
            </a:r>
            <a:r>
              <a:rPr sz="950" b="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1938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A5A5A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874519"/>
            <a:ext cx="1508760" cy="50292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2450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/>
              <a:t>Propagation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2816352"/>
            <a:ext cx="17830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chemeClr val="bg1"/>
                </a:solidFill>
              </a:rPr>
              <a:t>The reaction front travels through the powder</a:t>
            </a:r>
            <a:r>
              <a:rPr sz="1050" b="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93008"/>
            <a:ext cx="10835640" cy="713232"/>
          </a:xfrm>
          <a:prstGeom prst="roundRect">
            <a:avLst/>
          </a:prstGeom>
          <a:solidFill>
            <a:srgbClr val="EB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250" b="0" dirty="0">
                <a:solidFill>
                  <a:srgbClr val="2D2D2D"/>
                </a:solidFill>
              </a:rPr>
              <a:t>Key idea: the external source only needs to provide the initial ignition (and, depending on the process, local heat for surface processing). </a:t>
            </a:r>
            <a:r>
              <a:rPr lang="en-IN" sz="1250" b="0" dirty="0">
                <a:solidFill>
                  <a:srgbClr val="2D2D2D"/>
                </a:solidFill>
              </a:rPr>
              <a:t> </a:t>
            </a:r>
          </a:p>
          <a:p>
            <a:pPr algn="ctr"/>
            <a:r>
              <a:rPr sz="1250" b="0" dirty="0">
                <a:solidFill>
                  <a:srgbClr val="2D2D2D"/>
                </a:solidFill>
              </a:rPr>
              <a:t>The reaction itself supplies the heat needed for propagation.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074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dirty="0">
                <a:solidFill>
                  <a:schemeClr val="bg1"/>
                </a:solidFill>
              </a:rPr>
              <a:t>DIFFERENT POWER SOURCES USED TO TRIGGER / SUSTAIN SHS-BASED COATING PROCESSES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892" y="4800181"/>
            <a:ext cx="3185067" cy="1518742"/>
          </a:xfrm>
          <a:prstGeom prst="roundRect">
            <a:avLst/>
          </a:prstGeom>
          <a:solidFill>
            <a:srgbClr val="F8F8F6"/>
          </a:solidFill>
          <a:ln>
            <a:solidFill>
              <a:srgbClr val="D7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l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1" y="4983480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2323"/>
                </a:solidFill>
              </a:rPr>
              <a:t>ARC / GTAW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5285232"/>
            <a:ext cx="2816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555555"/>
                </a:solidFill>
              </a:rPr>
              <a:t>Wire-arc deposition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5559552"/>
            <a:ext cx="2816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464646"/>
                </a:solidFill>
              </a:rPr>
              <a:t>Arc heats the cored wire and triggers the combustion reaction.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76619" y="4800181"/>
            <a:ext cx="3185067" cy="1399827"/>
          </a:xfrm>
          <a:prstGeom prst="roundRect">
            <a:avLst/>
          </a:prstGeom>
          <a:solidFill>
            <a:srgbClr val="F8F8F6"/>
          </a:solidFill>
          <a:ln>
            <a:solidFill>
              <a:srgbClr val="D7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l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25112" y="4983480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2323"/>
                </a:solidFill>
              </a:rPr>
              <a:t>LASER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4927" y="5244806"/>
            <a:ext cx="2816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555555"/>
                </a:solidFill>
              </a:rPr>
              <a:t>CO₂ / semiconductor laser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5559552"/>
            <a:ext cx="281635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rgbClr val="464646"/>
                </a:solidFill>
              </a:rPr>
              <a:t>Highly localized heating; used for laser-triggered SHS and laser cladding/alloying.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879592"/>
            <a:ext cx="32004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dirty="0">
                <a:solidFill>
                  <a:srgbClr val="696969"/>
                </a:solidFill>
              </a:rPr>
              <a:t>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9248" y="4822534"/>
            <a:ext cx="3281680" cy="1435607"/>
          </a:xfrm>
          <a:prstGeom prst="roundRect">
            <a:avLst/>
          </a:prstGeom>
          <a:solidFill>
            <a:srgbClr val="F8F8F6"/>
          </a:solidFill>
          <a:ln>
            <a:solidFill>
              <a:srgbClr val="D7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l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45552" y="4983480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2323"/>
                </a:solidFill>
              </a:rPr>
              <a:t>INDUCTION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5285232"/>
            <a:ext cx="2816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555555"/>
                </a:solidFill>
              </a:rPr>
              <a:t>High-frequency induction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5559552"/>
            <a:ext cx="281635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dirty="0">
                <a:solidFill>
                  <a:srgbClr val="464646"/>
                </a:solidFill>
              </a:rPr>
              <a:t>Induction remelting supplies heat and triggers the in-situ SHS reaction.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892" y="6500463"/>
            <a:ext cx="960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et al. (2008); Dey et al. (</a:t>
            </a:r>
            <a:r>
              <a: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Literature basis: Bao et al. (2020); Chatterjee </a:t>
            </a:r>
            <a:r>
              <a:rPr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2020); </a:t>
            </a:r>
            <a:r>
              <a:rPr sz="12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Lv</a:t>
            </a:r>
            <a:r>
              <a:rPr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et al. (2020); Zhang et al. (2025).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95290" y="6473952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57" y="5976870"/>
            <a:ext cx="281635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 dirty="0">
                <a:solidFill>
                  <a:srgbClr val="5F5F5F"/>
                </a:solidFill>
              </a:rPr>
              <a:t>Bao et al. (2020)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5112" y="5961093"/>
            <a:ext cx="2816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i="1" dirty="0">
                <a:solidFill>
                  <a:srgbClr val="5F5F5F"/>
                </a:solidFill>
              </a:rPr>
              <a:t>Chatterjee et al. (2008); Dey et al. (2020); </a:t>
            </a:r>
            <a:r>
              <a:rPr sz="850" i="1" dirty="0" err="1">
                <a:solidFill>
                  <a:srgbClr val="5F5F5F"/>
                </a:solidFill>
              </a:rPr>
              <a:t>Lv</a:t>
            </a:r>
            <a:r>
              <a:rPr sz="850" i="1" dirty="0">
                <a:solidFill>
                  <a:srgbClr val="5F5F5F"/>
                </a:solidFill>
              </a:rPr>
              <a:t> et al. (2020)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9383" y="5950108"/>
            <a:ext cx="101662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i="1" dirty="0">
                <a:solidFill>
                  <a:srgbClr val="5F5F5F"/>
                </a:solidFill>
              </a:rPr>
              <a:t>Zhang et al. (2025)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58802" cy="492443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600" b="1" dirty="0">
                <a:solidFill>
                  <a:schemeClr val="bg1"/>
                </a:solidFill>
                <a:latin typeface="Aptos"/>
              </a:rPr>
              <a:t>RESEARCH GAP &amp; STUDY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399"/>
            <a:ext cx="11201400" cy="13064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27432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1">
                <a:solidFill>
                  <a:srgbClr val="324155"/>
                </a:solidFill>
                <a:latin typeface="Aptos"/>
              </a:rPr>
              <a:t>WHAT IS ESTABLISHED?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10580589" cy="830997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1600" b="0" dirty="0">
                <a:solidFill>
                  <a:srgbClr val="373C46"/>
                </a:solidFill>
                <a:latin typeface="Aptos"/>
              </a:rPr>
              <a:t>• Ceramic-rich coatings can provide high hardness, wear resistance and thermal stability.
• SHS enables in-situ formation of ceramic phases from reactive precursor powders.
•</a:t>
            </a:r>
            <a:r>
              <a:rPr lang="en-IN" sz="1600" dirty="0">
                <a:latin typeface="Aptos"/>
              </a:rPr>
              <a:t>The idea of interlayer in this research comes from the application of bond coat in plasma alumina coating deposition process</a:t>
            </a:r>
            <a:r>
              <a:rPr sz="1600" b="0" dirty="0">
                <a:solidFill>
                  <a:srgbClr val="373C46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460243"/>
            <a:ext cx="11201400" cy="1325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B4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9717" y="2303180"/>
            <a:ext cx="815544" cy="55399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endParaRPr lang="en-IN" sz="1500" b="1" dirty="0">
              <a:solidFill>
                <a:srgbClr val="23415F"/>
              </a:solidFill>
              <a:latin typeface="Aptos"/>
            </a:endParaRPr>
          </a:p>
          <a:p>
            <a:pPr algn="l"/>
            <a:r>
              <a:rPr lang="en-IN" sz="1500" b="1" dirty="0">
                <a:solidFill>
                  <a:srgbClr val="23415F"/>
                </a:solidFill>
                <a:latin typeface="Aptos"/>
              </a:rPr>
              <a:t>NOVELTY</a:t>
            </a:r>
            <a:endParaRPr sz="1500" b="1" dirty="0">
              <a:solidFill>
                <a:srgbClr val="23415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2852928"/>
            <a:ext cx="10827772" cy="584775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600" b="1" dirty="0">
                <a:solidFill>
                  <a:srgbClr val="192330"/>
                </a:solidFill>
                <a:latin typeface="Aptos"/>
              </a:rPr>
              <a:t>Influence of an electrodeposited</a:t>
            </a:r>
            <a:r>
              <a:rPr lang="en-US" sz="1600" b="1" dirty="0">
                <a:solidFill>
                  <a:srgbClr val="192330"/>
                </a:solidFill>
                <a:latin typeface="Aptos"/>
              </a:rPr>
              <a:t> Ni/</a:t>
            </a:r>
            <a:r>
              <a:rPr sz="1600" b="1" dirty="0">
                <a:solidFill>
                  <a:srgbClr val="192330"/>
                </a:solidFill>
                <a:latin typeface="Aptos"/>
              </a:rPr>
              <a:t> Ni–Al</a:t>
            </a:r>
            <a:r>
              <a:rPr lang="en-US" sz="1600" b="1" dirty="0">
                <a:solidFill>
                  <a:srgbClr val="192330"/>
                </a:solidFill>
                <a:latin typeface="Aptos"/>
              </a:rPr>
              <a:t>/Ni-Cr</a:t>
            </a:r>
            <a:r>
              <a:rPr sz="1600" b="1" dirty="0">
                <a:solidFill>
                  <a:srgbClr val="192330"/>
                </a:solidFill>
                <a:latin typeface="Aptos"/>
              </a:rPr>
              <a:t> intermediate layer on the adhesion and interfacial behavior of an SHS-derived</a:t>
            </a:r>
            <a:endParaRPr lang="en-IN" sz="1600" b="1" dirty="0">
              <a:solidFill>
                <a:srgbClr val="192330"/>
              </a:solidFill>
              <a:latin typeface="Aptos"/>
            </a:endParaRPr>
          </a:p>
          <a:p>
            <a:pPr algn="l"/>
            <a:r>
              <a:rPr sz="1600" b="1" dirty="0">
                <a:solidFill>
                  <a:srgbClr val="192330"/>
                </a:solidFill>
                <a:latin typeface="Aptos"/>
              </a:rPr>
              <a:t> Al–TiB₂–</a:t>
            </a:r>
            <a:r>
              <a:rPr sz="1600" b="1" dirty="0" err="1">
                <a:solidFill>
                  <a:srgbClr val="192330"/>
                </a:solidFill>
                <a:latin typeface="Aptos"/>
              </a:rPr>
              <a:t>TiN</a:t>
            </a:r>
            <a:r>
              <a:rPr sz="1600" b="1" dirty="0">
                <a:solidFill>
                  <a:srgbClr val="192330"/>
                </a:solidFill>
                <a:latin typeface="Aptos"/>
              </a:rPr>
              <a:t> CMC coating on low-carbon steel.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4487"/>
            <a:ext cx="2318776" cy="323165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 dirty="0">
                <a:solidFill>
                  <a:schemeClr val="bg1"/>
                </a:solidFill>
                <a:latin typeface="Aptos"/>
              </a:rPr>
              <a:t>CONTROLLED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315968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443984"/>
            <a:ext cx="54864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500" b="1">
                <a:solidFill>
                  <a:srgbClr val="464B55"/>
                </a:solidFill>
                <a:latin typeface="Aptos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4572000"/>
            <a:ext cx="1417320" cy="475488"/>
          </a:xfrm>
          <a:prstGeom prst="roundRect">
            <a:avLst/>
          </a:prstGeom>
          <a:solidFill>
            <a:srgbClr val="E5E9EE"/>
          </a:solidFill>
          <a:ln w="12700">
            <a:solidFill>
              <a:srgbClr val="AF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4654296"/>
            <a:ext cx="13258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2D323A"/>
                </a:solidFill>
                <a:latin typeface="Aptos"/>
              </a:rPr>
              <a:t>AISI 1025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63240" y="4599432"/>
            <a:ext cx="658368" cy="402336"/>
          </a:xfrm>
          <a:prstGeom prst="rightArrow">
            <a:avLst/>
          </a:prstGeom>
          <a:solidFill>
            <a:srgbClr val="96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822191" y="4572000"/>
            <a:ext cx="1417320" cy="475488"/>
          </a:xfrm>
          <a:prstGeom prst="roundRect">
            <a:avLst/>
          </a:prstGeom>
          <a:solidFill>
            <a:srgbClr val="E0E6ED"/>
          </a:solidFill>
          <a:ln w="12700">
            <a:solidFill>
              <a:srgbClr val="AF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67912" y="4654296"/>
            <a:ext cx="13258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 b="1">
                <a:solidFill>
                  <a:srgbClr val="2D323A"/>
                </a:solidFill>
                <a:latin typeface="Aptos"/>
              </a:rPr>
              <a:t>CMC coating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84064"/>
            <a:ext cx="457200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50" b="0">
                <a:solidFill>
                  <a:srgbClr val="5A5F69"/>
                </a:solidFill>
                <a:latin typeface="Aptos"/>
              </a:rPr>
              <a:t>Direct coating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315968"/>
            <a:ext cx="5577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08192" y="4443984"/>
            <a:ext cx="54864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500" b="1">
                <a:solidFill>
                  <a:srgbClr val="464B55"/>
                </a:solidFill>
                <a:latin typeface="Aptos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84848" y="4572000"/>
            <a:ext cx="1280160" cy="475488"/>
          </a:xfrm>
          <a:prstGeom prst="roundRect">
            <a:avLst/>
          </a:prstGeom>
          <a:solidFill>
            <a:srgbClr val="E5E9EE"/>
          </a:solidFill>
          <a:ln w="12700">
            <a:solidFill>
              <a:srgbClr val="AF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21424" y="4654296"/>
            <a:ext cx="120700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50" b="1">
                <a:solidFill>
                  <a:srgbClr val="2D323A"/>
                </a:solidFill>
                <a:latin typeface="Aptos"/>
              </a:rPr>
              <a:t>AISI 1025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156448" y="4599432"/>
            <a:ext cx="411480" cy="402336"/>
          </a:xfrm>
          <a:prstGeom prst="rightArrow">
            <a:avLst/>
          </a:prstGeom>
          <a:solidFill>
            <a:srgbClr val="96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22792" y="4572000"/>
            <a:ext cx="1170432" cy="475488"/>
          </a:xfrm>
          <a:prstGeom prst="roundRect">
            <a:avLst/>
          </a:prstGeom>
          <a:solidFill>
            <a:srgbClr val="E5DCC7"/>
          </a:solidFill>
          <a:ln w="12700">
            <a:solidFill>
              <a:srgbClr val="BCA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73073" y="4672584"/>
            <a:ext cx="1033296" cy="27699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lang="en-US" sz="1200" b="1" dirty="0">
                <a:solidFill>
                  <a:srgbClr val="192330"/>
                </a:solidFill>
                <a:latin typeface="Aptos"/>
              </a:rPr>
              <a:t>Ni/Ni–Al/Ni-Cr</a:t>
            </a:r>
            <a:endParaRPr sz="1150" b="1" dirty="0">
              <a:solidFill>
                <a:srgbClr val="50412D"/>
              </a:solidFill>
              <a:latin typeface="Aptos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9857232" y="4599432"/>
            <a:ext cx="411480" cy="402336"/>
          </a:xfrm>
          <a:prstGeom prst="rightArrow">
            <a:avLst/>
          </a:prstGeom>
          <a:solidFill>
            <a:srgbClr val="96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323576" y="4572000"/>
            <a:ext cx="960120" cy="475488"/>
          </a:xfrm>
          <a:prstGeom prst="roundRect">
            <a:avLst/>
          </a:prstGeom>
          <a:solidFill>
            <a:srgbClr val="E0E6ED"/>
          </a:solidFill>
          <a:ln w="12700">
            <a:solidFill>
              <a:srgbClr val="AFB6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60152" y="4654296"/>
            <a:ext cx="88696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150" b="1">
                <a:solidFill>
                  <a:srgbClr val="2D323A"/>
                </a:solidFill>
                <a:latin typeface="Aptos"/>
              </a:rPr>
              <a:t>CMC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5084064"/>
            <a:ext cx="50749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50" b="0">
                <a:solidFill>
                  <a:srgbClr val="5A5F69"/>
                </a:solidFill>
                <a:latin typeface="Aptos"/>
              </a:rPr>
              <a:t>Electrodeposited intermediate-layer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" y="5596128"/>
            <a:ext cx="51663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5733288"/>
            <a:ext cx="22860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324155"/>
                </a:solidFill>
                <a:latin typeface="Aptos"/>
              </a:rPr>
              <a:t>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6053328"/>
            <a:ext cx="4356514" cy="5232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50" b="0" dirty="0">
                <a:solidFill>
                  <a:srgbClr val="373C46"/>
                </a:solidFill>
                <a:latin typeface="Aptos"/>
              </a:rPr>
              <a:t>• </a:t>
            </a:r>
            <a:r>
              <a:rPr sz="1400" b="0" dirty="0">
                <a:solidFill>
                  <a:srgbClr val="373C46"/>
                </a:solidFill>
                <a:latin typeface="Aptos"/>
              </a:rPr>
              <a:t>Coating–substrate adhesion  • Interface / microstructure
• Hardness and other experimentally measured properties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16168" y="5685536"/>
            <a:ext cx="5823204" cy="932688"/>
          </a:xfrm>
          <a:prstGeom prst="roundRect">
            <a:avLst/>
          </a:prstGeom>
          <a:solidFill>
            <a:srgbClr val="FAF7F1"/>
          </a:solidFill>
          <a:ln w="12700">
            <a:solidFill>
              <a:srgbClr val="D2C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144768" y="5733288"/>
            <a:ext cx="1828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 dirty="0">
                <a:solidFill>
                  <a:srgbClr val="554430"/>
                </a:solidFill>
                <a:latin typeface="Aptos"/>
              </a:rPr>
              <a:t>WORKING HYPOTHESIS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0" y="6053328"/>
            <a:ext cx="5545968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1400" b="1" dirty="0">
                <a:solidFill>
                  <a:srgbClr val="192330"/>
                </a:solidFill>
                <a:latin typeface="Aptos"/>
              </a:rPr>
              <a:t>Ni/Ni–Al/Ni-Cr </a:t>
            </a:r>
            <a:r>
              <a:rPr sz="1400" b="0" dirty="0">
                <a:solidFill>
                  <a:srgbClr val="463E34"/>
                </a:solidFill>
                <a:latin typeface="Aptos"/>
              </a:rPr>
              <a:t>may act as a transition</a:t>
            </a:r>
            <a:r>
              <a:rPr lang="en-IN" sz="1400" b="0" dirty="0">
                <a:solidFill>
                  <a:srgbClr val="463E34"/>
                </a:solidFill>
                <a:latin typeface="Aptos"/>
              </a:rPr>
              <a:t> </a:t>
            </a:r>
            <a:r>
              <a:rPr sz="1400" b="0" dirty="0">
                <a:solidFill>
                  <a:srgbClr val="463E34"/>
                </a:solidFill>
                <a:latin typeface="Aptos"/>
              </a:rPr>
              <a:t>layer that modifies thermal and </a:t>
            </a:r>
            <a:r>
              <a:rPr lang="en-IN" sz="1400" dirty="0">
                <a:solidFill>
                  <a:srgbClr val="463E34"/>
                </a:solidFill>
                <a:latin typeface="Aptos"/>
              </a:rPr>
              <a:t> </a:t>
            </a:r>
            <a:r>
              <a:rPr sz="1400" b="0" dirty="0">
                <a:solidFill>
                  <a:srgbClr val="463E34"/>
                </a:solidFill>
                <a:latin typeface="Aptos"/>
              </a:rPr>
              <a:t>mechanical mismatch at the steel–ceramic interface.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CB4F67-2C60-75C2-3D0C-701AB83B3276}"/>
              </a:ext>
            </a:extLst>
          </p:cNvPr>
          <p:cNvSpPr txBox="1"/>
          <p:nvPr/>
        </p:nvSpPr>
        <p:spPr>
          <a:xfrm>
            <a:off x="11365992" y="6583680"/>
            <a:ext cx="670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dirty="0">
                <a:solidFill>
                  <a:schemeClr val="bg1"/>
                </a:solidFill>
              </a:rPr>
              <a:t>0</a:t>
            </a:r>
            <a:r>
              <a:rPr lang="en-IN" sz="1200" b="0" dirty="0">
                <a:solidFill>
                  <a:schemeClr val="bg1"/>
                </a:solidFill>
              </a:rPr>
              <a:t>4</a:t>
            </a:r>
          </a:p>
          <a:p>
            <a:pPr algn="r"/>
            <a:endParaRPr sz="900" b="0" dirty="0">
              <a:solidFill>
                <a:srgbClr val="69696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BEB718-9226-B37F-67D0-CD7ED29C203D}"/>
              </a:ext>
            </a:extLst>
          </p:cNvPr>
          <p:cNvSpPr txBox="1"/>
          <p:nvPr/>
        </p:nvSpPr>
        <p:spPr>
          <a:xfrm>
            <a:off x="297553" y="6628060"/>
            <a:ext cx="9219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et al. (2008); Dey et al. (Literature basis: Bao et al. (2020); Chatterjee 2020); Lv et al. (2020); Zhang et al. (2025).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4042" y="274320"/>
            <a:ext cx="3975832" cy="47089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lang="en-IN" sz="2700" b="1" dirty="0">
                <a:solidFill>
                  <a:schemeClr val="bg1"/>
                </a:solidFill>
                <a:latin typeface="Aptos"/>
              </a:rPr>
              <a:t>WORK PLAN &amp; OBJECTIVES</a:t>
            </a:r>
            <a:endParaRPr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11201400" cy="65836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4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3810" y="1078992"/>
            <a:ext cx="10883044" cy="363176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2000" b="0" dirty="0">
                <a:solidFill>
                  <a:srgbClr val="2D3744"/>
                </a:solidFill>
                <a:latin typeface="Aptos"/>
              </a:rPr>
              <a:t>Overall scope: development, optimization, comparison and characterization of the CMC coating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821755"/>
            <a:ext cx="10927080" cy="7863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822960" y="1975104"/>
            <a:ext cx="438912" cy="438912"/>
          </a:xfrm>
          <a:prstGeom prst="ellipse">
            <a:avLst/>
          </a:prstGeom>
          <a:solidFill>
            <a:srgbClr val="E4E9EF"/>
          </a:solidFill>
          <a:ln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66543"/>
            <a:ext cx="438912" cy="18288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950" b="1">
                <a:solidFill>
                  <a:srgbClr val="414B5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080766"/>
            <a:ext cx="1325880" cy="24688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350" b="1" dirty="0">
                <a:solidFill>
                  <a:srgbClr val="23415F"/>
                </a:solidFill>
                <a:latin typeface="Aptos"/>
              </a:rPr>
              <a:t>DEVELOP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0632" y="1944724"/>
            <a:ext cx="8580120" cy="60939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dirty="0">
                <a:solidFill>
                  <a:srgbClr val="373C46"/>
                </a:solidFill>
                <a:latin typeface="Aptos"/>
              </a:rPr>
              <a:t>Develop a ceramic matrix composite coating on low-carbon steel using high-temperature synthesis and laser technology.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06624"/>
            <a:ext cx="10927080" cy="7863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2871216"/>
            <a:ext cx="438912" cy="438912"/>
          </a:xfrm>
          <a:prstGeom prst="ellipse">
            <a:avLst/>
          </a:prstGeom>
          <a:solidFill>
            <a:srgbClr val="E4E9EF"/>
          </a:solidFill>
          <a:ln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62656"/>
            <a:ext cx="438912" cy="18288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950" b="1">
                <a:solidFill>
                  <a:srgbClr val="414B5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4432" y="2953512"/>
            <a:ext cx="1325880" cy="24688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350" b="1" dirty="0">
                <a:solidFill>
                  <a:srgbClr val="23415F"/>
                </a:solidFill>
                <a:latin typeface="Aptos"/>
              </a:rPr>
              <a:t>OPTIMIZE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31227"/>
            <a:ext cx="7765267" cy="332399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b="0" dirty="0">
                <a:solidFill>
                  <a:srgbClr val="373C46"/>
                </a:solidFill>
                <a:latin typeface="Aptos"/>
              </a:rPr>
              <a:t>Optimize laser processing parameters for stable and consistent coating 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16453"/>
            <a:ext cx="10927080" cy="7863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3767328"/>
            <a:ext cx="438912" cy="438912"/>
          </a:xfrm>
          <a:prstGeom prst="ellipse">
            <a:avLst/>
          </a:prstGeom>
          <a:solidFill>
            <a:srgbClr val="E4E9EF"/>
          </a:solidFill>
          <a:ln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438912" cy="18288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950" b="1">
                <a:solidFill>
                  <a:srgbClr val="414B5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63340"/>
            <a:ext cx="1325880" cy="24688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350" b="1" dirty="0">
                <a:solidFill>
                  <a:srgbClr val="23415F"/>
                </a:solidFill>
                <a:latin typeface="Aptos"/>
              </a:rPr>
              <a:t>INVESTIGATE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678101"/>
            <a:ext cx="8107861" cy="60939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r>
              <a:rPr b="0" dirty="0">
                <a:solidFill>
                  <a:srgbClr val="373C46"/>
                </a:solidFill>
                <a:latin typeface="Aptos"/>
              </a:rPr>
              <a:t>Investigate the effect of introducing a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Ni/ Ni–Al/ Ni-Cr </a:t>
            </a:r>
            <a:r>
              <a:rPr b="0" dirty="0">
                <a:solidFill>
                  <a:srgbClr val="373C46"/>
                </a:solidFill>
                <a:latin typeface="Aptos"/>
              </a:rPr>
              <a:t>intermediate coat between the</a:t>
            </a:r>
            <a:endParaRPr lang="en-US" b="0" dirty="0">
              <a:solidFill>
                <a:srgbClr val="373C46"/>
              </a:solidFill>
              <a:latin typeface="Aptos"/>
            </a:endParaRPr>
          </a:p>
          <a:p>
            <a:r>
              <a:rPr b="0" dirty="0">
                <a:solidFill>
                  <a:srgbClr val="373C46"/>
                </a:solidFill>
                <a:latin typeface="Aptos"/>
              </a:rPr>
              <a:t> substrate</a:t>
            </a:r>
            <a:r>
              <a:rPr lang="en-IN" dirty="0">
                <a:solidFill>
                  <a:srgbClr val="373C46"/>
                </a:solidFill>
                <a:latin typeface="Aptos"/>
              </a:rPr>
              <a:t> </a:t>
            </a:r>
            <a:r>
              <a:rPr b="0" dirty="0">
                <a:solidFill>
                  <a:srgbClr val="373C46"/>
                </a:solidFill>
                <a:latin typeface="Aptos"/>
              </a:rPr>
              <a:t>and final</a:t>
            </a:r>
            <a:r>
              <a:rPr lang="en-IN" dirty="0">
                <a:solidFill>
                  <a:srgbClr val="373C46"/>
                </a:solidFill>
                <a:latin typeface="Aptos"/>
              </a:rPr>
              <a:t> </a:t>
            </a:r>
            <a:r>
              <a:rPr b="0" dirty="0">
                <a:solidFill>
                  <a:srgbClr val="373C46"/>
                </a:solidFill>
                <a:latin typeface="Aptos"/>
              </a:rPr>
              <a:t>ceramic coating.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98848"/>
            <a:ext cx="10927080" cy="7863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4663440"/>
            <a:ext cx="438912" cy="438912"/>
          </a:xfrm>
          <a:prstGeom prst="ellipse">
            <a:avLst/>
          </a:prstGeom>
          <a:solidFill>
            <a:srgbClr val="E4E9EF"/>
          </a:solidFill>
          <a:ln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0"/>
            <a:ext cx="438912" cy="18288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950" b="1">
                <a:solidFill>
                  <a:srgbClr val="414B58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759452"/>
            <a:ext cx="1325880" cy="24688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350" b="1" dirty="0">
                <a:solidFill>
                  <a:srgbClr val="23415F"/>
                </a:solidFill>
                <a:latin typeface="Aptos"/>
              </a:rPr>
              <a:t>CHARACTERIZE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2336" y="4669536"/>
            <a:ext cx="8566704" cy="332399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b="0" dirty="0">
                <a:solidFill>
                  <a:srgbClr val="373C46"/>
                </a:solidFill>
                <a:latin typeface="Aptos"/>
              </a:rPr>
              <a:t>Characterize the coatings using microstructural, mechanical and tribological investigations.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367527"/>
            <a:ext cx="10927080" cy="7863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2960" y="5559552"/>
            <a:ext cx="438912" cy="438912"/>
          </a:xfrm>
          <a:prstGeom prst="ellipse">
            <a:avLst/>
          </a:prstGeom>
          <a:solidFill>
            <a:srgbClr val="E4E9EF"/>
          </a:solidFill>
          <a:ln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650992"/>
            <a:ext cx="438912" cy="18288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950" b="1">
                <a:solidFill>
                  <a:srgbClr val="414B58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618988"/>
            <a:ext cx="1325880" cy="24688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350" b="1" dirty="0">
                <a:solidFill>
                  <a:srgbClr val="23415F"/>
                </a:solidFill>
                <a:latin typeface="Aptos"/>
              </a:rPr>
              <a:t>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504688"/>
            <a:ext cx="8753615" cy="60939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b="0" dirty="0">
                <a:solidFill>
                  <a:srgbClr val="373C46"/>
                </a:solidFill>
                <a:latin typeface="Aptos"/>
              </a:rPr>
              <a:t>Compare the coating system on bare low-carbon steel with the coating system incorporating</a:t>
            </a:r>
            <a:endParaRPr lang="en-IN" b="0" dirty="0">
              <a:solidFill>
                <a:srgbClr val="373C46"/>
              </a:solidFill>
              <a:latin typeface="Aptos"/>
            </a:endParaRPr>
          </a:p>
          <a:p>
            <a:r>
              <a:rPr b="0" dirty="0">
                <a:solidFill>
                  <a:srgbClr val="373C46"/>
                </a:solidFill>
                <a:latin typeface="Aptos"/>
              </a:rPr>
              <a:t> the </a:t>
            </a:r>
            <a:r>
              <a:rPr lang="en-US" sz="1600" dirty="0">
                <a:solidFill>
                  <a:srgbClr val="192330"/>
                </a:solidFill>
                <a:latin typeface="Aptos"/>
              </a:rPr>
              <a:t>Ni/ Ni–Al/ Ni-Cr </a:t>
            </a:r>
            <a:r>
              <a:rPr b="0" dirty="0">
                <a:solidFill>
                  <a:srgbClr val="373C46"/>
                </a:solidFill>
                <a:latin typeface="Aptos"/>
              </a:rPr>
              <a:t>intermediate layer.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309359"/>
            <a:ext cx="10945368" cy="43891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13455" y="6356818"/>
            <a:ext cx="5971186" cy="270843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400" b="1" dirty="0">
                <a:solidFill>
                  <a:srgbClr val="554430"/>
                </a:solidFill>
                <a:latin typeface="Aptos"/>
              </a:rPr>
              <a:t>Core comparison:  AISI 1025 → CMC    vs.    AISI 1025 →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Ni/ Ni–Al/ Ni-Cr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 </a:t>
            </a:r>
            <a:r>
              <a:rPr sz="1400" b="1" dirty="0">
                <a:solidFill>
                  <a:srgbClr val="554430"/>
                </a:solidFill>
                <a:latin typeface="Aptos"/>
              </a:rPr>
              <a:t>→ CMC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7F2BAF-1C05-C883-100B-DB5C4CC5303E}"/>
              </a:ext>
            </a:extLst>
          </p:cNvPr>
          <p:cNvSpPr txBox="1"/>
          <p:nvPr/>
        </p:nvSpPr>
        <p:spPr>
          <a:xfrm>
            <a:off x="11689391" y="6555314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dirty="0">
                <a:solidFill>
                  <a:schemeClr val="bg1"/>
                </a:solidFill>
              </a:rPr>
              <a:t>0</a:t>
            </a:r>
            <a:r>
              <a:rPr lang="en-IN" sz="1200" b="0" dirty="0">
                <a:solidFill>
                  <a:schemeClr val="bg1"/>
                </a:solidFill>
              </a:rPr>
              <a:t>5</a:t>
            </a:r>
            <a:endParaRPr sz="12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511352" cy="4401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Aptos"/>
              </a:rPr>
              <a:t>METHODOLOGY — FABRICATION &amp; LASER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8608" y="731651"/>
            <a:ext cx="6523965" cy="301621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600" b="0" dirty="0">
                <a:solidFill>
                  <a:srgbClr val="555A64"/>
                </a:solidFill>
                <a:latin typeface="Aptos"/>
              </a:rPr>
              <a:t>Preparation → Coating architecture → Precursor reaction → Laser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874519" cy="74980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645920" cy="22860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500" b="1">
                <a:solidFill>
                  <a:srgbClr val="23415F"/>
                </a:solidFill>
                <a:latin typeface="Aptos"/>
              </a:rPr>
              <a:t>AISI 1025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6610" y="1636776"/>
            <a:ext cx="1159163" cy="240066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200" b="0" dirty="0">
                <a:solidFill>
                  <a:srgbClr val="5A5F69"/>
                </a:solidFill>
                <a:latin typeface="Aptos"/>
              </a:rPr>
              <a:t>100 × 50 × 8 mm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78608" y="1463040"/>
            <a:ext cx="384048" cy="274320"/>
          </a:xfrm>
          <a:prstGeom prst="rightArrow">
            <a:avLst/>
          </a:prstGeom>
          <a:solidFill>
            <a:srgbClr val="96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63240" y="1234440"/>
            <a:ext cx="2148840" cy="74980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82112" y="1362456"/>
            <a:ext cx="1920240" cy="237744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280" b="1">
                <a:solidFill>
                  <a:srgbClr val="23415F"/>
                </a:solidFill>
                <a:latin typeface="Aptos"/>
              </a:rPr>
              <a:t>SURFACE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7350" y="1627632"/>
            <a:ext cx="1469762" cy="270843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lang="en-IN" sz="1400" b="0" dirty="0">
                <a:solidFill>
                  <a:srgbClr val="5A5F69"/>
                </a:solidFill>
                <a:latin typeface="Aptos"/>
              </a:rPr>
              <a:t>P</a:t>
            </a:r>
            <a:r>
              <a:rPr lang="en-IN" sz="1400" dirty="0">
                <a:solidFill>
                  <a:srgbClr val="5A5F69"/>
                </a:solidFill>
                <a:latin typeface="Aptos"/>
              </a:rPr>
              <a:t>olishing/Cleaning</a:t>
            </a:r>
            <a:endParaRPr sz="1400" b="0" dirty="0">
              <a:solidFill>
                <a:srgbClr val="5A5F69"/>
              </a:solidFill>
              <a:latin typeface="Apto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5321808" y="1463040"/>
            <a:ext cx="384048" cy="274320"/>
          </a:xfrm>
          <a:prstGeom prst="rightArrow">
            <a:avLst/>
          </a:prstGeom>
          <a:solidFill>
            <a:srgbClr val="96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806440" y="1234440"/>
            <a:ext cx="5440680" cy="74980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4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584" y="1353312"/>
            <a:ext cx="2788392" cy="301621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600" b="1" dirty="0">
                <a:solidFill>
                  <a:srgbClr val="23415F"/>
                </a:solidFill>
                <a:latin typeface="Aptos"/>
              </a:rPr>
              <a:t>TWO COATING ARCHITECTURES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662" y="1636776"/>
            <a:ext cx="4746236" cy="301621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600" b="0" dirty="0">
                <a:solidFill>
                  <a:srgbClr val="5A5F69"/>
                </a:solidFill>
                <a:latin typeface="Aptos"/>
              </a:rPr>
              <a:t>Direct CMC  vs.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Ni/ Ni–Al/ Ni-Cr </a:t>
            </a:r>
            <a:r>
              <a:rPr sz="1600" b="0" dirty="0">
                <a:solidFill>
                  <a:srgbClr val="5A5F69"/>
                </a:solidFill>
                <a:latin typeface="Aptos"/>
              </a:rPr>
              <a:t>intermediate-layer CMC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331720"/>
            <a:ext cx="5166360" cy="278892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" y="2514600"/>
            <a:ext cx="4754880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500" b="1">
                <a:solidFill>
                  <a:srgbClr val="23415F"/>
                </a:solidFill>
                <a:latin typeface="Aptos"/>
              </a:rPr>
              <a:t>ROUTE A — DIRECT CMC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9768" y="2999232"/>
            <a:ext cx="2455544" cy="1778949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600" b="0" dirty="0">
                <a:solidFill>
                  <a:srgbClr val="373C46"/>
                </a:solidFill>
                <a:latin typeface="Aptos"/>
              </a:rPr>
              <a:t>Bare AISI 1025
↓
Al + </a:t>
            </a:r>
            <a:r>
              <a:rPr sz="1600" b="0" dirty="0" err="1">
                <a:solidFill>
                  <a:srgbClr val="373C46"/>
                </a:solidFill>
                <a:latin typeface="Aptos"/>
              </a:rPr>
              <a:t>TiO</a:t>
            </a:r>
            <a:r>
              <a:rPr sz="1600" b="0" dirty="0">
                <a:solidFill>
                  <a:srgbClr val="373C46"/>
                </a:solidFill>
                <a:latin typeface="Aptos"/>
              </a:rPr>
              <a:t>₂ + h-BN precursor
↓
Laser-assisted SHS
↓
</a:t>
            </a:r>
            <a:r>
              <a:rPr sz="1600" b="0" dirty="0" err="1">
                <a:solidFill>
                  <a:srgbClr val="373C46"/>
                </a:solidFill>
                <a:latin typeface="Aptos"/>
              </a:rPr>
              <a:t>Al₂O</a:t>
            </a:r>
            <a:r>
              <a:rPr sz="1600" b="0" dirty="0">
                <a:solidFill>
                  <a:srgbClr val="373C46"/>
                </a:solidFill>
                <a:latin typeface="Aptos"/>
              </a:rPr>
              <a:t>₃–TiB₂–</a:t>
            </a:r>
            <a:r>
              <a:rPr sz="1600" b="0" dirty="0" err="1">
                <a:solidFill>
                  <a:srgbClr val="373C46"/>
                </a:solidFill>
                <a:latin typeface="Aptos"/>
              </a:rPr>
              <a:t>TiN</a:t>
            </a:r>
            <a:r>
              <a:rPr sz="1600" b="0" dirty="0">
                <a:solidFill>
                  <a:srgbClr val="373C46"/>
                </a:solidFill>
                <a:latin typeface="Aptos"/>
              </a:rPr>
              <a:t> CMC coating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331720"/>
            <a:ext cx="5166360" cy="278892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2514600"/>
            <a:ext cx="4754880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500" b="1">
                <a:solidFill>
                  <a:srgbClr val="23415F"/>
                </a:solidFill>
                <a:latin typeface="Aptos"/>
              </a:rPr>
              <a:t>ROUTE B — Ni–Al INTERMEDIATE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4516" y="2852871"/>
            <a:ext cx="3518848" cy="199439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lang="en-IN" sz="1400" b="0" dirty="0">
                <a:solidFill>
                  <a:srgbClr val="373C46"/>
                </a:solidFill>
                <a:latin typeface="Aptos"/>
              </a:rPr>
              <a:t> Bare </a:t>
            </a:r>
            <a:r>
              <a:rPr sz="1400" b="0" dirty="0">
                <a:solidFill>
                  <a:srgbClr val="373C46"/>
                </a:solidFill>
                <a:latin typeface="Aptos"/>
              </a:rPr>
              <a:t>AISI 1025
↓
Electrodeposited </a:t>
            </a:r>
            <a:r>
              <a:rPr lang="en-US" sz="1400" dirty="0">
                <a:solidFill>
                  <a:srgbClr val="192330"/>
                </a:solidFill>
                <a:latin typeface="Aptos"/>
              </a:rPr>
              <a:t>Ni/ Ni–Al/ Ni-Cr </a:t>
            </a:r>
            <a:r>
              <a:rPr sz="1400" b="0" dirty="0">
                <a:solidFill>
                  <a:srgbClr val="373C46"/>
                </a:solidFill>
                <a:latin typeface="Aptos"/>
              </a:rPr>
              <a:t>l layer
↓
Al + </a:t>
            </a:r>
            <a:r>
              <a:rPr sz="1400" b="0" dirty="0" err="1">
                <a:solidFill>
                  <a:srgbClr val="373C46"/>
                </a:solidFill>
                <a:latin typeface="Aptos"/>
              </a:rPr>
              <a:t>TiO</a:t>
            </a:r>
            <a:r>
              <a:rPr sz="1400" b="0" dirty="0">
                <a:solidFill>
                  <a:srgbClr val="373C46"/>
                </a:solidFill>
                <a:latin typeface="Aptos"/>
              </a:rPr>
              <a:t>₂ + h-BN precursor
↓
Laser-assisted SHS
↓
</a:t>
            </a:r>
            <a:r>
              <a:rPr lang="en-US" sz="1400" dirty="0">
                <a:solidFill>
                  <a:srgbClr val="192330"/>
                </a:solidFill>
                <a:latin typeface="Aptos"/>
              </a:rPr>
              <a:t> Ni/ Ni–Al/ Ni-Cr </a:t>
            </a:r>
            <a:r>
              <a:rPr sz="1400" b="0" dirty="0">
                <a:solidFill>
                  <a:srgbClr val="373C46"/>
                </a:solidFill>
                <a:latin typeface="Aptos"/>
              </a:rPr>
              <a:t>+ </a:t>
            </a:r>
            <a:r>
              <a:rPr sz="1400" b="0" dirty="0" err="1">
                <a:solidFill>
                  <a:srgbClr val="373C46"/>
                </a:solidFill>
                <a:latin typeface="Aptos"/>
              </a:rPr>
              <a:t>Al₂O</a:t>
            </a:r>
            <a:r>
              <a:rPr sz="1400" b="0" dirty="0">
                <a:solidFill>
                  <a:srgbClr val="373C46"/>
                </a:solidFill>
                <a:latin typeface="Aptos"/>
              </a:rPr>
              <a:t>₃–TiB₂–</a:t>
            </a:r>
            <a:r>
              <a:rPr sz="1400" b="0" dirty="0" err="1">
                <a:solidFill>
                  <a:srgbClr val="373C46"/>
                </a:solidFill>
                <a:latin typeface="Aptos"/>
              </a:rPr>
              <a:t>TiN</a:t>
            </a:r>
            <a:r>
              <a:rPr sz="1400" b="0" dirty="0">
                <a:solidFill>
                  <a:srgbClr val="373C46"/>
                </a:solidFill>
                <a:latin typeface="Aptos"/>
              </a:rPr>
              <a:t> CMC</a:t>
            </a:r>
            <a:r>
              <a:rPr lang="en-IN" sz="1400" b="0" dirty="0">
                <a:solidFill>
                  <a:srgbClr val="373C46"/>
                </a:solidFill>
                <a:latin typeface="Aptos"/>
              </a:rPr>
              <a:t> coating</a:t>
            </a:r>
            <a:endParaRPr sz="1400" b="0" dirty="0">
              <a:solidFill>
                <a:srgbClr val="373C46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6629400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191" y="5674868"/>
            <a:ext cx="1357231" cy="301621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600" b="1" dirty="0">
                <a:solidFill>
                  <a:srgbClr val="554430"/>
                </a:solidFill>
                <a:latin typeface="Aptos"/>
              </a:rPr>
              <a:t>SHS REACTION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3337" y="5674868"/>
            <a:ext cx="3549240" cy="301621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600" b="1" dirty="0">
                <a:solidFill>
                  <a:srgbClr val="413C34"/>
                </a:solidFill>
                <a:latin typeface="Aptos"/>
              </a:rPr>
              <a:t>4Al + 3TiO₂ + 2BN → 2Al₂O₃ + TiB₂ + 2TiN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5391338"/>
            <a:ext cx="3840480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591" y="5648452"/>
            <a:ext cx="1325880" cy="22860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350" b="1" dirty="0">
                <a:solidFill>
                  <a:srgbClr val="324155"/>
                </a:solidFill>
                <a:latin typeface="Aptos"/>
              </a:rPr>
              <a:t>LASER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1842" y="5566213"/>
            <a:ext cx="2447594" cy="486287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400" b="0" dirty="0">
                <a:solidFill>
                  <a:srgbClr val="41464E"/>
                </a:solidFill>
                <a:latin typeface="Aptos"/>
              </a:rPr>
              <a:t>Process-parameter optimization
</a:t>
            </a:r>
            <a:r>
              <a:rPr lang="en-IN" sz="1400" b="0" dirty="0">
                <a:solidFill>
                  <a:srgbClr val="41464E"/>
                </a:solidFill>
                <a:latin typeface="Aptos"/>
              </a:rPr>
              <a:t>and</a:t>
            </a:r>
            <a:r>
              <a:rPr sz="1400" b="0" dirty="0">
                <a:solidFill>
                  <a:srgbClr val="41464E"/>
                </a:solidFill>
                <a:latin typeface="Aptos"/>
              </a:rPr>
              <a:t> stable coating 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5618" y="6391599"/>
            <a:ext cx="6436955" cy="332399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b="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Output: two coating architectures for comparative characterization</a:t>
            </a:r>
            <a:r>
              <a:rPr b="0" dirty="0">
                <a:solidFill>
                  <a:srgbClr val="696E76"/>
                </a:solidFill>
                <a:latin typeface="Aptos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A29C78-EF4F-1A45-79C5-E5A9F212D4F7}"/>
              </a:ext>
            </a:extLst>
          </p:cNvPr>
          <p:cNvSpPr txBox="1"/>
          <p:nvPr/>
        </p:nvSpPr>
        <p:spPr>
          <a:xfrm>
            <a:off x="11594592" y="6473952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dirty="0">
                <a:solidFill>
                  <a:schemeClr val="bg1"/>
                </a:solidFill>
              </a:rPr>
              <a:t>0</a:t>
            </a:r>
            <a:r>
              <a:rPr lang="en-IN" sz="1200" dirty="0">
                <a:solidFill>
                  <a:schemeClr val="bg1"/>
                </a:solidFill>
              </a:rPr>
              <a:t>6</a:t>
            </a:r>
            <a:endParaRPr sz="12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246090"/>
            <a:ext cx="7607467" cy="4401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Aptos"/>
              </a:rPr>
              <a:t>METHODOLOGY — CHARACTERIZATION &amp;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400" y="960120"/>
            <a:ext cx="3246120" cy="214884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143000"/>
            <a:ext cx="2916936" cy="36576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400" b="1" dirty="0">
                <a:solidFill>
                  <a:srgbClr val="23415F"/>
                </a:solidFill>
                <a:latin typeface="Aptos"/>
              </a:rPr>
              <a:t>MICROSTRUCTURAL &amp;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201" y="1691640"/>
            <a:ext cx="2859565" cy="24776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lang="en-IN" sz="1250" b="1" dirty="0">
                <a:solidFill>
                  <a:srgbClr val="373C46"/>
                </a:solidFill>
                <a:latin typeface="Aptos"/>
              </a:rPr>
              <a:t>• Optical Microscopy</a:t>
            </a:r>
            <a:r>
              <a:rPr sz="1250" b="1" dirty="0">
                <a:solidFill>
                  <a:srgbClr val="373C46"/>
                </a:solidFill>
                <a:latin typeface="Aptos"/>
              </a:rPr>
              <a:t>  •  SEM/EDS  •  XRD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286000"/>
            <a:ext cx="3000248" cy="54784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0" dirty="0">
                <a:solidFill>
                  <a:srgbClr val="5F646C"/>
                </a:solidFill>
                <a:latin typeface="Aptos"/>
              </a:rPr>
              <a:t>Microstructure, elemental distribution and phase 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989" y="960120"/>
            <a:ext cx="3246120" cy="214884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169663" y="1143000"/>
            <a:ext cx="2916936" cy="36576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400" b="1">
                <a:solidFill>
                  <a:srgbClr val="23415F"/>
                </a:solidFill>
                <a:latin typeface="Aptos"/>
              </a:rPr>
              <a:t>MECHANICAL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1033" y="1508760"/>
            <a:ext cx="1741375" cy="701731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lang="en-IN" sz="1400" b="1" dirty="0">
                <a:solidFill>
                  <a:srgbClr val="373C46"/>
                </a:solidFill>
                <a:latin typeface="Aptos"/>
              </a:rPr>
              <a:t>• </a:t>
            </a:r>
            <a:r>
              <a:rPr sz="1400" b="1" dirty="0">
                <a:solidFill>
                  <a:srgbClr val="373C46"/>
                </a:solidFill>
                <a:latin typeface="Aptos"/>
              </a:rPr>
              <a:t>Microhardness </a:t>
            </a:r>
            <a:r>
              <a:rPr lang="en-IN" sz="1400" b="1" dirty="0">
                <a:solidFill>
                  <a:srgbClr val="373C46"/>
                </a:solidFill>
                <a:latin typeface="Aptos"/>
              </a:rPr>
              <a:t> </a:t>
            </a:r>
          </a:p>
          <a:p>
            <a:pPr algn="ctr"/>
            <a:r>
              <a:rPr lang="en-IN" sz="1400" b="1" dirty="0">
                <a:solidFill>
                  <a:srgbClr val="373C46"/>
                </a:solidFill>
                <a:latin typeface="Aptos"/>
              </a:rPr>
              <a:t>•  Scratch test </a:t>
            </a:r>
          </a:p>
          <a:p>
            <a:pPr algn="ctr"/>
            <a:r>
              <a:rPr sz="1400" b="1" dirty="0">
                <a:solidFill>
                  <a:srgbClr val="373C46"/>
                </a:solidFill>
                <a:latin typeface="Aptos"/>
              </a:rPr>
              <a:t> •  Fracture </a:t>
            </a:r>
            <a:r>
              <a:rPr lang="en-IN" sz="1400" b="1" dirty="0">
                <a:solidFill>
                  <a:srgbClr val="373C46"/>
                </a:solidFill>
                <a:latin typeface="Aptos"/>
              </a:rPr>
              <a:t>to</a:t>
            </a:r>
            <a:r>
              <a:rPr sz="1400" b="1" dirty="0" err="1">
                <a:solidFill>
                  <a:srgbClr val="373C46"/>
                </a:solidFill>
                <a:latin typeface="Aptos"/>
              </a:rPr>
              <a:t>ughness</a:t>
            </a:r>
            <a:endParaRPr sz="1400" b="1" dirty="0">
              <a:solidFill>
                <a:srgbClr val="373C4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44180" y="2415431"/>
            <a:ext cx="2869503" cy="54784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600" b="0" dirty="0">
                <a:solidFill>
                  <a:srgbClr val="5F646C"/>
                </a:solidFill>
                <a:latin typeface="Aptos"/>
              </a:rPr>
              <a:t>Hardness, damage/delamination </a:t>
            </a:r>
            <a:endParaRPr lang="en-IN" sz="1600" b="0" dirty="0">
              <a:solidFill>
                <a:srgbClr val="5F646C"/>
              </a:solidFill>
              <a:latin typeface="Aptos"/>
            </a:endParaRPr>
          </a:p>
          <a:p>
            <a:pPr algn="ctr"/>
            <a:r>
              <a:rPr sz="1600" b="0" dirty="0">
                <a:solidFill>
                  <a:srgbClr val="5F646C"/>
                </a:solidFill>
                <a:latin typeface="Aptos"/>
              </a:rPr>
              <a:t>response and fracture behavior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7224" y="960120"/>
            <a:ext cx="4197096" cy="214884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71817" y="1216152"/>
            <a:ext cx="3867911" cy="36576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400" b="1" dirty="0">
                <a:solidFill>
                  <a:srgbClr val="23415F"/>
                </a:solidFill>
                <a:latin typeface="Aptos"/>
              </a:rPr>
              <a:t>TRIBOLOGICAL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6653" y="1691640"/>
            <a:ext cx="1518236" cy="301621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600" b="1" dirty="0">
                <a:solidFill>
                  <a:srgbClr val="373C46"/>
                </a:solidFill>
                <a:latin typeface="Aptos"/>
              </a:rPr>
              <a:t>Sliding wear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2608" y="2389040"/>
            <a:ext cx="3911712" cy="332399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b="0" dirty="0">
                <a:solidFill>
                  <a:srgbClr val="5F646C"/>
                </a:solidFill>
                <a:latin typeface="Aptos"/>
              </a:rPr>
              <a:t>Wear behavior under sliding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56432"/>
            <a:ext cx="2341667" cy="2862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500" b="1" dirty="0">
                <a:solidFill>
                  <a:schemeClr val="bg1"/>
                </a:solidFill>
                <a:latin typeface="Aptos"/>
              </a:rPr>
              <a:t>COMPARATIVE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4937760" cy="1143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B4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096512"/>
            <a:ext cx="4535424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500" b="1" dirty="0">
                <a:solidFill>
                  <a:srgbClr val="23415F"/>
                </a:solidFill>
                <a:latin typeface="Aptos"/>
              </a:rPr>
              <a:t>A  |  AISI 1025 → CMC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4952" y="4462272"/>
            <a:ext cx="2605136" cy="332399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b="0" dirty="0">
                <a:solidFill>
                  <a:srgbClr val="50555F"/>
                </a:solidFill>
                <a:latin typeface="Aptos"/>
              </a:rPr>
              <a:t>Direct coating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86200"/>
            <a:ext cx="5120640" cy="1143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7946" y="4096512"/>
            <a:ext cx="3286349" cy="2862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500" b="1" dirty="0">
                <a:solidFill>
                  <a:srgbClr val="554430"/>
                </a:solidFill>
                <a:latin typeface="Aptos"/>
              </a:rPr>
              <a:t>B  |  AISI 1025 </a:t>
            </a:r>
            <a:r>
              <a:rPr lang="en-IN" sz="1400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→</a:t>
            </a:r>
            <a:r>
              <a:rPr lang="en-IN" sz="1400" b="1" dirty="0">
                <a:solidFill>
                  <a:srgbClr val="23415F"/>
                </a:solidFill>
                <a:latin typeface="Aptos"/>
              </a:rPr>
              <a:t> </a:t>
            </a: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Ni/ Ni–Al/ Ni-Cr </a:t>
            </a:r>
            <a:r>
              <a:rPr sz="1500" b="1" dirty="0">
                <a:solidFill>
                  <a:srgbClr val="554430"/>
                </a:solidFill>
                <a:latin typeface="Aptos"/>
              </a:rPr>
              <a:t>→ CMC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6375" y="4462272"/>
            <a:ext cx="3049489" cy="332399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b="0" dirty="0">
                <a:solidFill>
                  <a:srgbClr val="504B44"/>
                </a:solidFill>
                <a:latin typeface="Aptos"/>
              </a:rPr>
              <a:t>Intermediate-layer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49240"/>
            <a:ext cx="10972800" cy="10515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8853" y="5669411"/>
            <a:ext cx="2058192" cy="301621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600" b="1" dirty="0">
                <a:solidFill>
                  <a:srgbClr val="324155"/>
                </a:solidFill>
                <a:latin typeface="Aptos"/>
              </a:rPr>
              <a:t>MEASURE &amp;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3945" y="5471952"/>
            <a:ext cx="8145307" cy="60939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b="1" dirty="0">
                <a:solidFill>
                  <a:srgbClr val="373C46"/>
                </a:solidFill>
                <a:latin typeface="Aptos"/>
              </a:rPr>
              <a:t>Coating–substrate adhesion  |  Microstructure  |  Phase formation  |  Microhardness
Scratch response  |  Fracture toughness  |  Sliding wear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675120"/>
            <a:ext cx="10972800" cy="20116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000" b="0">
                <a:solidFill>
                  <a:srgbClr val="696E76"/>
                </a:solidFill>
                <a:latin typeface="Aptos"/>
              </a:rPr>
              <a:t>The same characterization framework is applied to both coating architectures.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05DD1C-2E67-D58C-5F05-4057B16531D6}"/>
              </a:ext>
            </a:extLst>
          </p:cNvPr>
          <p:cNvSpPr txBox="1"/>
          <p:nvPr/>
        </p:nvSpPr>
        <p:spPr>
          <a:xfrm>
            <a:off x="11494382" y="6500638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dirty="0">
                <a:solidFill>
                  <a:schemeClr val="bg1"/>
                </a:solidFill>
              </a:rPr>
              <a:t>0</a:t>
            </a:r>
            <a:r>
              <a:rPr lang="en-IN" sz="1200" dirty="0">
                <a:solidFill>
                  <a:schemeClr val="bg1"/>
                </a:solidFill>
              </a:rPr>
              <a:t>7</a:t>
            </a:r>
            <a:endParaRPr sz="12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15601" cy="417037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2350" b="1" dirty="0">
                <a:solidFill>
                  <a:schemeClr val="bg1"/>
                </a:solidFill>
                <a:latin typeface="Aptos"/>
              </a:rPr>
              <a:t>CURRENT WORK DONE — SUBSTRATE &amp; PRECURSOR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300" b="0">
                <a:solidFill>
                  <a:srgbClr val="555A64"/>
                </a:solidFill>
                <a:latin typeface="Aptos"/>
              </a:rPr>
              <a:t>Route A: in-situ CMC coating trials on low-carbon steel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492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20260914155913 (1).jp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t="19043" b="19043"/>
          <a:stretch>
            <a:fillRect/>
          </a:stretch>
        </p:blipFill>
        <p:spPr>
          <a:xfrm>
            <a:off x="750421" y="1389888"/>
            <a:ext cx="4596713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3803904"/>
            <a:ext cx="493776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350" b="1">
                <a:solidFill>
                  <a:srgbClr val="23415F"/>
                </a:solidFill>
                <a:latin typeface="Aptos"/>
              </a:rPr>
              <a:t>AISI 1025 low-carbon steel 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5650" y="4133087"/>
            <a:ext cx="3226076" cy="270843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400" b="0" dirty="0">
                <a:solidFill>
                  <a:srgbClr val="5A5F69"/>
                </a:solidFill>
                <a:latin typeface="Aptos"/>
              </a:rPr>
              <a:t>Prepared substrate for in-situ coating trials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226088"/>
            <a:ext cx="54406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3803904"/>
            <a:ext cx="498348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350" b="1" dirty="0">
                <a:solidFill>
                  <a:srgbClr val="23415F"/>
                </a:solidFill>
                <a:latin typeface="Aptos"/>
              </a:rPr>
              <a:t>Pre-placed precursor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3145" y="4133087"/>
            <a:ext cx="2855910" cy="240066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200" b="0" dirty="0">
                <a:solidFill>
                  <a:srgbClr val="5A5F69"/>
                </a:solidFill>
                <a:latin typeface="Aptos"/>
              </a:rPr>
              <a:t>Al–</a:t>
            </a:r>
            <a:r>
              <a:rPr sz="1200" b="0" dirty="0" err="1">
                <a:solidFill>
                  <a:srgbClr val="5A5F69"/>
                </a:solidFill>
                <a:latin typeface="Aptos"/>
              </a:rPr>
              <a:t>TiO</a:t>
            </a:r>
            <a:r>
              <a:rPr sz="1200" b="0" dirty="0">
                <a:solidFill>
                  <a:srgbClr val="5A5F69"/>
                </a:solidFill>
                <a:latin typeface="Aptos"/>
              </a:rPr>
              <a:t>₂–</a:t>
            </a:r>
            <a:r>
              <a:rPr sz="1200" b="0" dirty="0" err="1">
                <a:solidFill>
                  <a:srgbClr val="5A5F69"/>
                </a:solidFill>
                <a:latin typeface="Aptos"/>
              </a:rPr>
              <a:t>hBN</a:t>
            </a:r>
            <a:r>
              <a:rPr sz="1200" b="0" dirty="0">
                <a:solidFill>
                  <a:srgbClr val="5A5F69"/>
                </a:solidFill>
                <a:latin typeface="Aptos"/>
              </a:rPr>
              <a:t> slurry after placement / drying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633" y="4937760"/>
            <a:ext cx="10972800" cy="123444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B4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49808" y="5102352"/>
            <a:ext cx="2011680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1400" b="1">
                <a:solidFill>
                  <a:srgbClr val="23415F"/>
                </a:solidFill>
                <a:latin typeface="Aptos"/>
              </a:rPr>
              <a:t>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083131"/>
            <a:ext cx="4758612" cy="104028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600" b="0" dirty="0">
                <a:solidFill>
                  <a:srgbClr val="373C46"/>
                </a:solidFill>
                <a:latin typeface="Aptos"/>
              </a:rPr>
              <a:t>• Low-carbon-steel specimens prepared
• Al–</a:t>
            </a:r>
            <a:r>
              <a:rPr sz="1600" b="0" dirty="0" err="1">
                <a:solidFill>
                  <a:srgbClr val="373C46"/>
                </a:solidFill>
                <a:latin typeface="Aptos"/>
              </a:rPr>
              <a:t>TiO</a:t>
            </a:r>
            <a:r>
              <a:rPr sz="1600" b="0" dirty="0">
                <a:solidFill>
                  <a:srgbClr val="373C46"/>
                </a:solidFill>
                <a:latin typeface="Aptos"/>
              </a:rPr>
              <a:t>₂–</a:t>
            </a:r>
            <a:r>
              <a:rPr sz="1600" b="0" dirty="0" err="1">
                <a:solidFill>
                  <a:srgbClr val="373C46"/>
                </a:solidFill>
                <a:latin typeface="Aptos"/>
              </a:rPr>
              <a:t>hBN</a:t>
            </a:r>
            <a:r>
              <a:rPr sz="1600" b="0" dirty="0">
                <a:solidFill>
                  <a:srgbClr val="373C46"/>
                </a:solidFill>
                <a:latin typeface="Aptos"/>
              </a:rPr>
              <a:t> precursor system prepared and placed on the substrate
• In-situ trial samples prepared for laser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2033" y="6510528"/>
            <a:ext cx="3842590" cy="20928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000" b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"/>
              </a:rPr>
              <a:t>Current stage: Route A — fabrication and laser-parameter optimization</a:t>
            </a:r>
            <a:r>
              <a:rPr sz="1000" b="0" dirty="0">
                <a:solidFill>
                  <a:srgbClr val="696E76"/>
                </a:solidFill>
                <a:latin typeface="Aptos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CE7750-08E3-83BD-AD61-EDBB8DA661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47" t="15063" r="30090" b="10132"/>
          <a:stretch>
            <a:fillRect/>
          </a:stretch>
        </p:blipFill>
        <p:spPr>
          <a:xfrm rot="16200000">
            <a:off x="7734228" y="146103"/>
            <a:ext cx="2099146" cy="48920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1BADBFF-8FB2-D606-AC6A-71799A8C17B7}"/>
              </a:ext>
            </a:extLst>
          </p:cNvPr>
          <p:cNvSpPr txBox="1"/>
          <p:nvPr/>
        </p:nvSpPr>
        <p:spPr>
          <a:xfrm flipH="1">
            <a:off x="7891273" y="5102352"/>
            <a:ext cx="3787980" cy="104028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lang="en-IN" sz="1600" dirty="0">
                <a:solidFill>
                  <a:srgbClr val="373C46"/>
                </a:solidFill>
                <a:latin typeface="Aptos"/>
              </a:rPr>
              <a:t>  Al   : 99.5% purity 325 mesh powder</a:t>
            </a:r>
          </a:p>
          <a:p>
            <a:r>
              <a:rPr lang="en-IN" sz="1600" dirty="0" err="1">
                <a:solidFill>
                  <a:srgbClr val="373C46"/>
                </a:solidFill>
                <a:latin typeface="Aptos"/>
              </a:rPr>
              <a:t>TiO</a:t>
            </a:r>
            <a:r>
              <a:rPr lang="en-IN" sz="1600" dirty="0">
                <a:solidFill>
                  <a:srgbClr val="373C46"/>
                </a:solidFill>
                <a:latin typeface="Aptos"/>
              </a:rPr>
              <a:t>₂ : 99.5% purity 325 mesh powder </a:t>
            </a:r>
          </a:p>
          <a:p>
            <a:pPr algn="l"/>
            <a:r>
              <a:rPr lang="en-IN" sz="1600" dirty="0" err="1">
                <a:solidFill>
                  <a:srgbClr val="373C46"/>
                </a:solidFill>
                <a:latin typeface="Aptos"/>
              </a:rPr>
              <a:t>hBN</a:t>
            </a:r>
            <a:r>
              <a:rPr lang="en-IN" sz="1600" dirty="0">
                <a:solidFill>
                  <a:srgbClr val="373C46"/>
                </a:solidFill>
                <a:latin typeface="Aptos"/>
              </a:rPr>
              <a:t> : 99.5% purity 325 mesh powder</a:t>
            </a:r>
          </a:p>
          <a:p>
            <a:pPr algn="l"/>
            <a:endParaRPr sz="1600" b="0" dirty="0">
              <a:solidFill>
                <a:srgbClr val="373C46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FBE859-B60C-6670-CE82-73DB6E31846A}"/>
              </a:ext>
            </a:extLst>
          </p:cNvPr>
          <p:cNvSpPr txBox="1"/>
          <p:nvPr/>
        </p:nvSpPr>
        <p:spPr>
          <a:xfrm>
            <a:off x="6953267" y="4393478"/>
            <a:ext cx="41482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Al = 1.09 g </a:t>
            </a:r>
            <a:r>
              <a:rPr lang="en-IN" sz="1100" dirty="0" err="1"/>
              <a:t>TiO</a:t>
            </a:r>
            <a:r>
              <a:rPr lang="en-IN" sz="1100" dirty="0"/>
              <a:t>₂ = 2.41 g  h-BN = 0.50 g (TOTAL 4grams)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D2718A-0380-7AAE-62A3-6F1674A929B9}"/>
              </a:ext>
            </a:extLst>
          </p:cNvPr>
          <p:cNvSpPr txBox="1"/>
          <p:nvPr/>
        </p:nvSpPr>
        <p:spPr>
          <a:xfrm>
            <a:off x="3796091" y="3441264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C00000"/>
                </a:solidFill>
              </a:rPr>
              <a:t>100 × 50 × 8 mm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BFAC28-37AA-2F94-DB7C-5AD663228F95}"/>
              </a:ext>
            </a:extLst>
          </p:cNvPr>
          <p:cNvSpPr txBox="1"/>
          <p:nvPr/>
        </p:nvSpPr>
        <p:spPr>
          <a:xfrm>
            <a:off x="11594592" y="649224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dirty="0">
                <a:solidFill>
                  <a:schemeClr val="bg1"/>
                </a:solidFill>
              </a:rPr>
              <a:t>0</a:t>
            </a:r>
            <a:r>
              <a:rPr lang="en-IN" sz="1200" b="0" dirty="0">
                <a:solidFill>
                  <a:schemeClr val="bg1"/>
                </a:solidFill>
              </a:rPr>
              <a:t>8</a:t>
            </a:r>
            <a:endParaRPr sz="12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052799" cy="432426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2450" b="1" dirty="0">
                <a:solidFill>
                  <a:schemeClr val="bg1"/>
                </a:solidFill>
                <a:latin typeface="Aptos"/>
              </a:rPr>
              <a:t>CURRENT WORK DONE — LASER TRIALS &amp; PARAMETER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300" b="0">
                <a:solidFill>
                  <a:srgbClr val="555A64"/>
                </a:solidFill>
                <a:latin typeface="Aptos"/>
              </a:rPr>
              <a:t>Initial trials were used to identify processing conditions that produce a stable coating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5349240" cy="36118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20260821115033 (1).jpg"/>
          <p:cNvPicPr>
            <a:picLocks noChangeAspect="1"/>
          </p:cNvPicPr>
          <p:nvPr/>
        </p:nvPicPr>
        <p:blipFill>
          <a:blip r:embed="rId3"/>
          <a:srcRect l="740" t="34604" r="21046" b="25559"/>
          <a:stretch>
            <a:fillRect/>
          </a:stretch>
        </p:blipFill>
        <p:spPr>
          <a:xfrm>
            <a:off x="914002" y="1536589"/>
            <a:ext cx="4609371" cy="2401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4160520"/>
            <a:ext cx="493776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350" b="1">
                <a:solidFill>
                  <a:srgbClr val="23415F"/>
                </a:solidFill>
                <a:latin typeface="Aptos"/>
              </a:rPr>
              <a:t>Initial laser trials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489704"/>
            <a:ext cx="493776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080" b="0" dirty="0">
                <a:solidFill>
                  <a:srgbClr val="5A5F69"/>
                </a:solidFill>
                <a:latin typeface="Aptos"/>
              </a:rPr>
              <a:t>Localized coating delamination / inconsistent track 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170432"/>
            <a:ext cx="5440680" cy="36118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G20260915161325.jpg"/>
          <p:cNvPicPr>
            <a:picLocks noChangeAspect="1"/>
          </p:cNvPicPr>
          <p:nvPr/>
        </p:nvPicPr>
        <p:blipFill>
          <a:blip r:embed="rId4"/>
          <a:srcRect l="12416" t="12523" r="18323" b="4559"/>
          <a:stretch>
            <a:fillRect/>
          </a:stretch>
        </p:blipFill>
        <p:spPr>
          <a:xfrm rot="16200000">
            <a:off x="7524531" y="242922"/>
            <a:ext cx="2479593" cy="49099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4160520"/>
            <a:ext cx="498348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350" b="1">
                <a:solidFill>
                  <a:srgbClr val="23415F"/>
                </a:solidFill>
                <a:latin typeface="Aptos"/>
              </a:rPr>
              <a:t>Laser-processed trial specimen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489704"/>
            <a:ext cx="498348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080" b="0">
                <a:solidFill>
                  <a:srgbClr val="5A5F69"/>
                </a:solidFill>
                <a:latin typeface="Aptos"/>
              </a:rPr>
              <a:t>Multiple laser tracks after parameter refinement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195229"/>
            <a:ext cx="10972800" cy="1170432"/>
          </a:xfrm>
          <a:prstGeom prst="roundRect">
            <a:avLst/>
          </a:prstGeom>
          <a:solidFill>
            <a:srgbClr val="FAF8F4"/>
          </a:solidFill>
          <a:ln w="12700"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13C34"/>
                </a:solidFill>
                <a:latin typeface="Aptos"/>
              </a:rPr>
              <a:t>                           :  Initial processing showed localized delamination, indicating the need for parameter refinement.             Subsequent trials were used to narrow the laser-processing window for stable coating formation.</a:t>
            </a:r>
          </a:p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59539" y="5377633"/>
            <a:ext cx="1525852" cy="270843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dirty="0">
                <a:solidFill>
                  <a:srgbClr val="554430"/>
                </a:solidFill>
                <a:latin typeface="Aptos"/>
              </a:rPr>
              <a:t>KEY 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5136" y="5202936"/>
            <a:ext cx="110863" cy="243143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endParaRPr sz="1220" b="0" dirty="0">
              <a:solidFill>
                <a:srgbClr val="413C3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10972800" cy="219456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000" b="0">
                <a:solidFill>
                  <a:srgbClr val="696E76"/>
                </a:solidFill>
                <a:latin typeface="Aptos"/>
              </a:rPr>
              <a:t>Optimization outcome: refined conditions selected for subsequent in-situ samples.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576E35-07FD-5849-8F57-E84D6F6FA0F9}"/>
              </a:ext>
            </a:extLst>
          </p:cNvPr>
          <p:cNvSpPr txBox="1"/>
          <p:nvPr/>
        </p:nvSpPr>
        <p:spPr>
          <a:xfrm>
            <a:off x="11625072" y="649224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dirty="0">
                <a:solidFill>
                  <a:schemeClr val="bg1"/>
                </a:solidFill>
              </a:rPr>
              <a:t>0</a:t>
            </a:r>
            <a:r>
              <a:rPr lang="en-IN" sz="1200" b="0" dirty="0">
                <a:solidFill>
                  <a:schemeClr val="bg1"/>
                </a:solidFill>
              </a:rPr>
              <a:t>9</a:t>
            </a:r>
            <a:endParaRPr sz="12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09461" cy="40164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l"/>
            <a:r>
              <a:rPr sz="2250" b="1" dirty="0">
                <a:solidFill>
                  <a:schemeClr val="bg1"/>
                </a:solidFill>
                <a:latin typeface="Aptos"/>
              </a:rPr>
              <a:t>CURRENT WORK DONE — SECTIONING, METALLOGRAPHY &amp; PRELIMINARY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006"/>
            <a:ext cx="1097280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300" b="0" dirty="0">
                <a:solidFill>
                  <a:srgbClr val="555A64"/>
                </a:solidFill>
                <a:latin typeface="Aptos"/>
              </a:rPr>
              <a:t>Cross-sectional preparation completed for optical examination of the laser-processed coating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2880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20260915120049(1).jpg"/>
          <p:cNvPicPr>
            <a:picLocks noChangeAspect="1"/>
          </p:cNvPicPr>
          <p:nvPr/>
        </p:nvPicPr>
        <p:blipFill>
          <a:blip r:embed="rId3"/>
          <a:srcRect l="19763" t="35204" r="14637" b="13354"/>
          <a:stretch>
            <a:fillRect/>
          </a:stretch>
        </p:blipFill>
        <p:spPr>
          <a:xfrm>
            <a:off x="853440" y="1427702"/>
            <a:ext cx="2374392" cy="2348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3895344"/>
            <a:ext cx="2478024" cy="29260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350" b="1">
                <a:solidFill>
                  <a:srgbClr val="23415F"/>
                </a:solidFill>
                <a:latin typeface="Aptos"/>
              </a:rPr>
              <a:t>Mounted cross-section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51" y="4251513"/>
            <a:ext cx="2257221" cy="1132618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400" b="0" dirty="0">
                <a:solidFill>
                  <a:srgbClr val="464B53"/>
                </a:solidFill>
                <a:latin typeface="Aptos"/>
              </a:rPr>
              <a:t>EDM sectioning
↓
Mounting
↓
Grinding + diamond polishing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1143000"/>
            <a:ext cx="3886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200X 1(1).png"/>
          <p:cNvPicPr>
            <a:picLocks noChangeAspect="1"/>
          </p:cNvPicPr>
          <p:nvPr/>
        </p:nvPicPr>
        <p:blipFill>
          <a:blip r:embed="rId4"/>
          <a:srcRect l="7829" r="7829"/>
          <a:stretch>
            <a:fillRect/>
          </a:stretch>
        </p:blipFill>
        <p:spPr>
          <a:xfrm>
            <a:off x="3867909" y="1467884"/>
            <a:ext cx="3353985" cy="23085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0" y="3913632"/>
            <a:ext cx="3474720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280" b="1">
                <a:solidFill>
                  <a:srgbClr val="23415F"/>
                </a:solidFill>
                <a:latin typeface="Aptos"/>
              </a:rPr>
              <a:t>Optical micrograph — 200×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7174" y="4297680"/>
            <a:ext cx="3474720" cy="79406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0" dirty="0">
                <a:solidFill>
                  <a:srgbClr val="464B53"/>
                </a:solidFill>
                <a:latin typeface="Aptos"/>
              </a:rPr>
              <a:t>Coating layer identified in cross-section.
</a:t>
            </a:r>
            <a:r>
              <a:rPr lang="en-IN" sz="1600" b="0" dirty="0">
                <a:solidFill>
                  <a:srgbClr val="464B53"/>
                </a:solidFill>
                <a:latin typeface="Aptos"/>
              </a:rPr>
              <a:t>     </a:t>
            </a:r>
            <a:r>
              <a:rPr sz="1600" b="0" dirty="0">
                <a:solidFill>
                  <a:srgbClr val="464B53"/>
                </a:solidFill>
                <a:latin typeface="Aptos"/>
              </a:rPr>
              <a:t>Measured thickness varies along the processed region.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8392" y="1143000"/>
            <a:ext cx="381304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200X(1).png"/>
          <p:cNvPicPr>
            <a:picLocks noChangeAspect="1"/>
          </p:cNvPicPr>
          <p:nvPr/>
        </p:nvPicPr>
        <p:blipFill>
          <a:blip r:embed="rId5"/>
          <a:srcRect l="8942" r="8942"/>
          <a:stretch>
            <a:fillRect/>
          </a:stretch>
        </p:blipFill>
        <p:spPr>
          <a:xfrm>
            <a:off x="7978816" y="1479122"/>
            <a:ext cx="3268304" cy="22973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09560" y="3913632"/>
            <a:ext cx="3410712" cy="274320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280" b="1">
                <a:solidFill>
                  <a:srgbClr val="23415F"/>
                </a:solidFill>
                <a:latin typeface="Aptos"/>
              </a:rPr>
              <a:t>Optical micrograph — 200×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1" y="4297680"/>
            <a:ext cx="3447288" cy="104028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0" dirty="0">
                <a:solidFill>
                  <a:srgbClr val="464B53"/>
                </a:solidFill>
                <a:latin typeface="Aptos"/>
              </a:rPr>
              <a:t>Cross-sectional morphology at another location.
Thickness measurements recorded for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870448"/>
            <a:ext cx="10972800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B4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11020" y="5998464"/>
            <a:ext cx="8838895" cy="486287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pPr algn="ctr"/>
            <a:r>
              <a:rPr sz="1400" b="1" dirty="0">
                <a:solidFill>
                  <a:srgbClr val="2D3744"/>
                </a:solidFill>
                <a:latin typeface="Aptos"/>
              </a:rPr>
              <a:t>Preliminary result: a distinct reacted/coated region is visible; phase identification and mechanical-property validation</a:t>
            </a:r>
            <a:endParaRPr lang="en-IN" sz="1400" b="1" dirty="0">
              <a:solidFill>
                <a:srgbClr val="2D3744"/>
              </a:solidFill>
              <a:latin typeface="Aptos"/>
            </a:endParaRPr>
          </a:p>
          <a:p>
            <a:pPr algn="ctr"/>
            <a:r>
              <a:rPr sz="1400" b="1" dirty="0">
                <a:solidFill>
                  <a:srgbClr val="2D3744"/>
                </a:solidFill>
                <a:latin typeface="Aptos"/>
              </a:rPr>
              <a:t> require XRD and microhardness testing.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B22EEB-89F2-FE63-7B3F-E15524B14C02}"/>
              </a:ext>
            </a:extLst>
          </p:cNvPr>
          <p:cNvSpPr txBox="1"/>
          <p:nvPr/>
        </p:nvSpPr>
        <p:spPr>
          <a:xfrm>
            <a:off x="11658600" y="6484726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200" dirty="0">
                <a:solidFill>
                  <a:schemeClr val="bg1"/>
                </a:solidFill>
              </a:rPr>
              <a:t>10</a:t>
            </a:r>
            <a:endParaRPr sz="12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086800" cy="427809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l"/>
            <a:r>
              <a:rPr sz="2300" b="1" dirty="0">
                <a:solidFill>
                  <a:schemeClr val="bg1"/>
                </a:solidFill>
                <a:latin typeface="Aptos"/>
              </a:rPr>
              <a:t>CURRENT WORK DONE — LASER TRIAL WIT</a:t>
            </a:r>
            <a:r>
              <a:rPr lang="en-IN" sz="2300" b="1" dirty="0">
                <a:solidFill>
                  <a:schemeClr val="bg1"/>
                </a:solidFill>
                <a:latin typeface="Aptos"/>
              </a:rPr>
              <a:t>H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LASER</a:t>
            </a:r>
            <a:r>
              <a:rPr lang="en-IN" sz="2300" b="1" dirty="0">
                <a:solidFill>
                  <a:schemeClr val="bg1"/>
                </a:solidFill>
                <a:latin typeface="Aptos"/>
              </a:rPr>
              <a:t> (</a:t>
            </a:r>
            <a:r>
              <a:rPr lang="en-IN" sz="2300" b="1" dirty="0" err="1">
                <a:solidFill>
                  <a:schemeClr val="bg1"/>
                </a:solidFill>
                <a:latin typeface="Aptos"/>
              </a:rPr>
              <a:t>Maxphotonics</a:t>
            </a:r>
            <a:r>
              <a:rPr lang="en-IN" sz="2300" b="1" dirty="0">
                <a:solidFill>
                  <a:schemeClr val="bg1"/>
                </a:solidFill>
                <a:latin typeface="Aptos"/>
              </a:rPr>
              <a:t> MFSC-3000X)</a:t>
            </a:r>
            <a:endParaRPr sz="23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274320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ctr"/>
            <a:r>
              <a:rPr sz="1300" b="0">
                <a:solidFill>
                  <a:srgbClr val="555A64"/>
                </a:solidFill>
                <a:latin typeface="Aptos"/>
              </a:rPr>
              <a:t>Trial performed for laser-parameter selection using a 3 kW Gaussian / multimode laser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39" y="1115568"/>
            <a:ext cx="5806441" cy="52120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20260916135923(1).jpg"/>
          <p:cNvPicPr>
            <a:picLocks noChangeAspect="1"/>
          </p:cNvPicPr>
          <p:nvPr/>
        </p:nvPicPr>
        <p:blipFill>
          <a:blip r:embed="rId2"/>
          <a:srcRect l="16007" t="5070" r="20166" b="2837"/>
          <a:stretch>
            <a:fillRect/>
          </a:stretch>
        </p:blipFill>
        <p:spPr>
          <a:xfrm>
            <a:off x="1757934" y="1199138"/>
            <a:ext cx="3390900" cy="50932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23660" y="1321308"/>
            <a:ext cx="5029200" cy="48006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2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748272" y="1463040"/>
            <a:ext cx="4526280" cy="274320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ctr"/>
            <a:r>
              <a:rPr sz="1450" b="1">
                <a:solidFill>
                  <a:srgbClr val="23415F"/>
                </a:solidFill>
                <a:latin typeface="Aptos"/>
              </a:rPr>
              <a:t>LASER TRIAL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9920" y="2088130"/>
            <a:ext cx="1074240" cy="25083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l"/>
            <a:r>
              <a:rPr lang="en-IN" sz="1150" b="1" dirty="0">
                <a:solidFill>
                  <a:srgbClr val="555A64"/>
                </a:solidFill>
                <a:latin typeface="Aptos"/>
              </a:rPr>
              <a:t>LASER TYPE             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459736"/>
            <a:ext cx="1325880" cy="256032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l"/>
            <a:r>
              <a:rPr sz="1150" b="1" dirty="0">
                <a:solidFill>
                  <a:srgbClr val="555A64"/>
                </a:solidFill>
                <a:latin typeface="Aptos"/>
              </a:rPr>
              <a:t>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441448"/>
            <a:ext cx="619760" cy="28931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l"/>
            <a:r>
              <a:rPr sz="1400" b="1" dirty="0">
                <a:solidFill>
                  <a:srgbClr val="2D323A"/>
                </a:solidFill>
                <a:latin typeface="Aptos"/>
              </a:rPr>
              <a:t>3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953512"/>
            <a:ext cx="1325880" cy="256032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l"/>
            <a:r>
              <a:rPr sz="1150" b="1">
                <a:solidFill>
                  <a:srgbClr val="555A64"/>
                </a:solidFill>
                <a:latin typeface="Aptos"/>
              </a:rPr>
              <a:t>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35224"/>
            <a:ext cx="2822889" cy="289310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l"/>
            <a:r>
              <a:rPr sz="1400" b="1" dirty="0">
                <a:solidFill>
                  <a:srgbClr val="2D323A"/>
                </a:solidFill>
                <a:latin typeface="Aptos"/>
              </a:rPr>
              <a:t>Scan speed</a:t>
            </a:r>
            <a:r>
              <a:rPr lang="en-US" sz="1400" b="1" dirty="0">
                <a:solidFill>
                  <a:srgbClr val="2D323A"/>
                </a:solidFill>
                <a:latin typeface="Aptos"/>
              </a:rPr>
              <a:t>(900,1200,1500mm/min)</a:t>
            </a:r>
            <a:endParaRPr sz="1400" b="1" dirty="0">
              <a:solidFill>
                <a:srgbClr val="2D323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3456432"/>
            <a:ext cx="2147896" cy="289310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l"/>
            <a:r>
              <a:rPr sz="1400" b="1" dirty="0">
                <a:solidFill>
                  <a:srgbClr val="555A64"/>
                </a:solidFill>
                <a:latin typeface="Aptos"/>
              </a:rPr>
              <a:t>EXPERIMENTAL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767328"/>
            <a:ext cx="4649093" cy="812530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l"/>
            <a:r>
              <a:rPr sz="1600" b="0" dirty="0">
                <a:solidFill>
                  <a:srgbClr val="3C4148"/>
                </a:solidFill>
                <a:latin typeface="Aptos"/>
              </a:rPr>
              <a:t>Multiple laser tracks were produced on the pre-placed</a:t>
            </a:r>
            <a:endParaRPr lang="en-US" sz="1600" b="0" dirty="0">
              <a:solidFill>
                <a:srgbClr val="3C4148"/>
              </a:solidFill>
              <a:latin typeface="Aptos"/>
            </a:endParaRPr>
          </a:p>
          <a:p>
            <a:pPr algn="l"/>
            <a:r>
              <a:rPr sz="1600" b="0" dirty="0">
                <a:solidFill>
                  <a:srgbClr val="3C4148"/>
                </a:solidFill>
                <a:latin typeface="Aptos"/>
              </a:rPr>
              <a:t> precursor</a:t>
            </a:r>
            <a:r>
              <a:rPr lang="en-US" sz="1600" dirty="0">
                <a:solidFill>
                  <a:srgbClr val="3C4148"/>
                </a:solidFill>
                <a:latin typeface="Aptos"/>
              </a:rPr>
              <a:t> </a:t>
            </a:r>
            <a:r>
              <a:rPr sz="1600" b="0" dirty="0">
                <a:solidFill>
                  <a:srgbClr val="3C4148"/>
                </a:solidFill>
                <a:latin typeface="Aptos"/>
              </a:rPr>
              <a:t>layer by varying the scan speed while </a:t>
            </a:r>
            <a:endParaRPr lang="en-US" sz="1600" b="0" dirty="0">
              <a:solidFill>
                <a:srgbClr val="3C4148"/>
              </a:solidFill>
              <a:latin typeface="Aptos"/>
            </a:endParaRPr>
          </a:p>
          <a:p>
            <a:pPr algn="l"/>
            <a:r>
              <a:rPr lang="en-IN" sz="1600" dirty="0">
                <a:solidFill>
                  <a:srgbClr val="3C4148"/>
                </a:solidFill>
                <a:latin typeface="Aptos"/>
              </a:rPr>
              <a:t>m</a:t>
            </a:r>
            <a:r>
              <a:rPr sz="1600" b="0" dirty="0" err="1">
                <a:solidFill>
                  <a:srgbClr val="3C4148"/>
                </a:solidFill>
                <a:latin typeface="Aptos"/>
              </a:rPr>
              <a:t>aintaining</a:t>
            </a:r>
            <a:r>
              <a:rPr lang="en-US" sz="1600" dirty="0">
                <a:solidFill>
                  <a:srgbClr val="3C4148"/>
                </a:solidFill>
                <a:latin typeface="Aptos"/>
              </a:rPr>
              <a:t> </a:t>
            </a:r>
            <a:r>
              <a:rPr sz="1600" b="0" dirty="0">
                <a:solidFill>
                  <a:srgbClr val="3C4148"/>
                </a:solidFill>
                <a:latin typeface="Aptos"/>
              </a:rPr>
              <a:t>the laser power at 3 kW.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722876"/>
            <a:ext cx="4526280" cy="1051560"/>
          </a:xfrm>
          <a:prstGeom prst="roundRect">
            <a:avLst/>
          </a:prstGeom>
          <a:solidFill>
            <a:srgbClr val="FAF8F4"/>
          </a:solidFill>
          <a:ln w="12700">
            <a:solidFill>
              <a:srgbClr val="D7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4762312"/>
            <a:ext cx="1234440" cy="237744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l"/>
            <a:r>
              <a:rPr sz="1150" b="1" dirty="0">
                <a:solidFill>
                  <a:srgbClr val="554430"/>
                </a:solidFill>
                <a:latin typeface="Aptos"/>
              </a:rPr>
              <a:t>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2243" y="4993910"/>
            <a:ext cx="3912481" cy="720197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ctr"/>
            <a:r>
              <a:rPr sz="1400" b="0" dirty="0">
                <a:solidFill>
                  <a:srgbClr val="413C34"/>
                </a:solidFill>
                <a:latin typeface="Aptos"/>
              </a:rPr>
              <a:t>Track appearance and coating integrity varied with</a:t>
            </a:r>
            <a:endParaRPr lang="en-US" sz="1400" b="0" dirty="0">
              <a:solidFill>
                <a:srgbClr val="413C34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413C34"/>
                </a:solidFill>
                <a:latin typeface="Aptos"/>
              </a:rPr>
              <a:t> </a:t>
            </a:r>
            <a:r>
              <a:rPr lang="en-US" sz="1400" b="0" dirty="0">
                <a:solidFill>
                  <a:srgbClr val="413C34"/>
                </a:solidFill>
                <a:latin typeface="Aptos"/>
              </a:rPr>
              <a:t> </a:t>
            </a:r>
            <a:r>
              <a:rPr sz="1400" b="0" dirty="0">
                <a:solidFill>
                  <a:srgbClr val="413C34"/>
                </a:solidFill>
                <a:latin typeface="Aptos"/>
              </a:rPr>
              <a:t>scan speed, providing a basis for selecting suitable </a:t>
            </a:r>
            <a:endParaRPr lang="en-US" sz="1400" b="0" dirty="0">
              <a:solidFill>
                <a:srgbClr val="413C34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413C34"/>
                </a:solidFill>
                <a:latin typeface="Aptos"/>
              </a:rPr>
              <a:t>processing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3" y="6461885"/>
            <a:ext cx="11919930" cy="350865"/>
          </a:xfrm>
          <a:prstGeom prst="rect">
            <a:avLst/>
          </a:prstGeom>
          <a:noFill/>
        </p:spPr>
        <p:txBody>
          <a:bodyPr wrap="none" lIns="64008" tIns="36576" rIns="64008" bIns="36576">
            <a:spAutoFit/>
          </a:bodyPr>
          <a:lstStyle/>
          <a:p>
            <a:pPr algn="ctr"/>
            <a:r>
              <a:rPr b="0" dirty="0">
                <a:solidFill>
                  <a:schemeClr val="bg1"/>
                </a:solidFill>
                <a:latin typeface="Aptos"/>
              </a:rPr>
              <a:t>Status: scan-speed trials completed on the in-situ Route-A sample; refined parameters will be used for subsequent processing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DE9A8C-DCF3-CB8E-13C4-A4671DA67479}"/>
              </a:ext>
            </a:extLst>
          </p:cNvPr>
          <p:cNvSpPr txBox="1"/>
          <p:nvPr/>
        </p:nvSpPr>
        <p:spPr>
          <a:xfrm>
            <a:off x="8092440" y="20177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1" dirty="0">
                <a:solidFill>
                  <a:srgbClr val="2D323A"/>
                </a:solidFill>
                <a:latin typeface="Aptos"/>
              </a:rPr>
              <a:t> Continuous Wave Fiber Laser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AB2CA4-50AF-7AF2-2C6F-509736AC60EA}"/>
              </a:ext>
            </a:extLst>
          </p:cNvPr>
          <p:cNvSpPr txBox="1"/>
          <p:nvPr/>
        </p:nvSpPr>
        <p:spPr>
          <a:xfrm>
            <a:off x="11643361" y="6212232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200" dirty="0">
                <a:solidFill>
                  <a:schemeClr val="bg1"/>
                </a:solidFill>
              </a:rPr>
              <a:t>11</a:t>
            </a:r>
            <a:endParaRPr sz="12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502920" y="201167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200" b="1"/>
            </a:pPr>
            <a:r>
              <a:rPr dirty="0">
                <a:solidFill>
                  <a:schemeClr val="bg1"/>
                </a:solidFill>
              </a:rPr>
              <a:t>FUTURE </a:t>
            </a:r>
            <a:r>
              <a:rPr lang="en-US" dirty="0">
                <a:solidFill>
                  <a:schemeClr val="bg1"/>
                </a:solidFill>
              </a:rPr>
              <a:t>WORK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45720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200" b="1"/>
            </a:pP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401740" y="735310"/>
            <a:ext cx="651171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A6C8C"/>
                </a:solidFill>
              </a:defRPr>
            </a:pPr>
            <a:r>
              <a:rPr dirty="0">
                <a:solidFill>
                  <a:schemeClr val="bg1"/>
                </a:solidFill>
              </a:rPr>
              <a:t>Experimental workflow towards final comparative adhesion 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1325880"/>
            <a:ext cx="5257800" cy="17830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67512" y="1490472"/>
            <a:ext cx="475488" cy="475488"/>
          </a:xfrm>
          <a:prstGeom prst="ellipse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1527047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32D37"/>
                </a:solidFill>
              </a:defRPr>
            </a:pPr>
            <a:r>
              <a:rPr dirty="0"/>
              <a:t>FINALIZE LASER PARAMETERS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1892807"/>
            <a:ext cx="4224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F69"/>
                </a:solidFill>
              </a:defRPr>
            </a:pPr>
            <a:r>
              <a:rPr sz="1600" dirty="0"/>
              <a:t>Conduct a few more laser trials and evaluate coating integrity, track formation and coating quality to finalize stable processing parameters.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60" y="1325880"/>
            <a:ext cx="5257800" cy="17830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245352" y="1490472"/>
            <a:ext cx="475488" cy="475488"/>
          </a:xfrm>
          <a:prstGeom prst="ellipse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1514731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32D37"/>
                </a:solidFill>
              </a:defRPr>
            </a:pPr>
            <a:r>
              <a:rPr dirty="0"/>
              <a:t>PROCESS Ni–Al SAMPLES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1892807"/>
            <a:ext cx="42245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F69"/>
                </a:solidFill>
              </a:defRPr>
            </a:pPr>
            <a:r>
              <a:rPr sz="1600" dirty="0"/>
              <a:t>Repeat the optimized laser-processing route on AISI 1025 samples with the electrodeposited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Ni/ Ni–Al/ Ni-Cr </a:t>
            </a:r>
            <a:r>
              <a:rPr sz="1600" dirty="0"/>
              <a:t>intermediate layer.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429000"/>
            <a:ext cx="5257800" cy="17830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67512" y="3593592"/>
            <a:ext cx="475488" cy="475488"/>
          </a:xfrm>
          <a:prstGeom prst="ellipse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3623823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32D37"/>
                </a:solidFill>
              </a:defRPr>
            </a:pPr>
            <a:r>
              <a:t>CHARACTERIZATION &amp; 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3995928"/>
            <a:ext cx="4224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F69"/>
                </a:solidFill>
              </a:defRPr>
            </a:pPr>
            <a:r>
              <a:rPr sz="1600" dirty="0"/>
              <a:t>Complete metallography, SEM/EDS, XRD, microhardness, adhesion/scratch and sliding-wear testing for both coating architectures.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0760" y="3429000"/>
            <a:ext cx="5257800" cy="17830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245352" y="3593592"/>
            <a:ext cx="475488" cy="475488"/>
          </a:xfrm>
          <a:prstGeom prst="ellipse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3630168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32D37"/>
                </a:solidFill>
              </a:defRPr>
            </a:pPr>
            <a:r>
              <a:rPr dirty="0"/>
              <a:t>COMPARE ADHESION &amp; PERFORMANCE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3995928"/>
            <a:ext cx="42245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F69"/>
                </a:solidFill>
              </a:defRPr>
            </a:pPr>
            <a:r>
              <a:rPr sz="1600" dirty="0"/>
              <a:t>Compare direct CMC and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Ni/ Ni–Al/ Ni-Cr 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1600" dirty="0"/>
              <a:t>assisted CMC coatings, focusing on coating–substrate adhesion and interfacial </a:t>
            </a:r>
            <a:r>
              <a:rPr sz="1600" dirty="0" err="1"/>
              <a:t>behaviour</a:t>
            </a:r>
            <a:r>
              <a:rPr sz="1600" dirty="0"/>
              <a:t>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" y="5504688"/>
            <a:ext cx="9738360" cy="5029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rPr dirty="0"/>
              <a:t>AISI 1025 → CMC     VS.     AISI 1025 → </a:t>
            </a:r>
            <a:r>
              <a:rPr lang="en-US" sz="1400" dirty="0">
                <a:solidFill>
                  <a:srgbClr val="192330"/>
                </a:solidFill>
                <a:latin typeface="Aptos"/>
              </a:rPr>
              <a:t>Ni/ Ni–Al/ Ni-Cr </a:t>
            </a:r>
            <a:r>
              <a:rPr dirty="0"/>
              <a:t>→ CMC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397CB-3F2C-4197-BCE8-F9E547DB8F3B}"/>
              </a:ext>
            </a:extLst>
          </p:cNvPr>
          <p:cNvSpPr txBox="1"/>
          <p:nvPr/>
        </p:nvSpPr>
        <p:spPr>
          <a:xfrm>
            <a:off x="11597335" y="6473952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200" dirty="0">
                <a:solidFill>
                  <a:schemeClr val="bg1"/>
                </a:solidFill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EC077-DB61-B0D1-9F0D-12A13858DB6B}"/>
              </a:ext>
            </a:extLst>
          </p:cNvPr>
          <p:cNvSpPr txBox="1"/>
          <p:nvPr/>
        </p:nvSpPr>
        <p:spPr>
          <a:xfrm>
            <a:off x="172720" y="255586"/>
            <a:ext cx="12019280" cy="5698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MS Mincho"/>
                <a:cs typeface="Times New Roman" panose="02020603050405020304" pitchFamily="18" charset="0"/>
              </a:rPr>
              <a:t>Referenc</a:t>
            </a:r>
            <a:r>
              <a:rPr lang="en-US" dirty="0">
                <a:solidFill>
                  <a:schemeClr val="bg1"/>
                </a:solidFill>
                <a:ea typeface="MS Mincho"/>
                <a:cs typeface="Times New Roman" panose="02020603050405020304" pitchFamily="18" charset="0"/>
              </a:rPr>
              <a:t>es</a:t>
            </a:r>
            <a:endParaRPr lang="en-IN" sz="1800" dirty="0">
              <a:solidFill>
                <a:schemeClr val="bg1"/>
              </a:solidFill>
              <a:effectLst/>
              <a:latin typeface="+mn-lt"/>
              <a:ea typeface="MS Mincho"/>
              <a:cs typeface="Times New Roman" panose="02020603050405020304" pitchFamily="18" charset="0"/>
            </a:endParaRPr>
          </a:p>
          <a:p>
            <a:pPr indent="-40640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[1]	Y. Bao </a:t>
            </a:r>
            <a:r>
              <a:rPr lang="en-US" sz="18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“Insights into arc-assisted self-propagating high temperature synthesis of  TiB2-TiC ceramic coating via wire-arc deposition,” </a:t>
            </a:r>
            <a:r>
              <a:rPr lang="en-US" sz="18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J. Eur. Ceram. Soc.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vol. 40, no. 13, pp. 4381–4395, Oct. 2020, </a:t>
            </a:r>
            <a:r>
              <a:rPr lang="en-US" sz="18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10.1016/j.jeurceramsoc.2020.05.005.</a:t>
            </a:r>
            <a:endParaRPr lang="en-IN" sz="1800" dirty="0">
              <a:solidFill>
                <a:schemeClr val="bg1"/>
              </a:solidFill>
              <a:effectLst/>
              <a:latin typeface="+mn-lt"/>
              <a:ea typeface="MS Mincho"/>
              <a:cs typeface="Times New Roman" panose="02020603050405020304" pitchFamily="18" charset="0"/>
            </a:endParaRPr>
          </a:p>
          <a:p>
            <a:pPr indent="-40640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[2]	S. Chatterjee, S. M. Shariff, J. D. Majumdar, and A. R. Choudhury, “Development of nano-structured Al2O3-TiB 2-TiN coatings by combined SHS and laser surface alloying,” </a:t>
            </a:r>
            <a:r>
              <a:rPr lang="en-US" sz="18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International Journal of Advanced Manufacturing Technology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vol. 38, no. 9–10, pp. 938–943, Sep. 2008, </a:t>
            </a:r>
            <a:r>
              <a:rPr lang="en-US" sz="18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10.1007/s00170-007-1143-4.</a:t>
            </a:r>
            <a:endParaRPr lang="en-IN" sz="1800" dirty="0">
              <a:solidFill>
                <a:schemeClr val="bg1"/>
              </a:solidFill>
              <a:effectLst/>
              <a:latin typeface="+mn-lt"/>
              <a:ea typeface="MS Mincho"/>
              <a:cs typeface="Times New Roman" panose="02020603050405020304" pitchFamily="18" charset="0"/>
            </a:endParaRPr>
          </a:p>
          <a:p>
            <a:pPr indent="-40640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[3]	D. Dey, K. S. Bal, A. K. Singh, and A. Roy Choudhury, “Hardness and wear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of multiple  component coating on Ti-6Al-4V substrate by laser application,” </a:t>
            </a:r>
            <a:r>
              <a:rPr lang="en-US" sz="18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Optik (</a:t>
            </a:r>
            <a:r>
              <a:rPr lang="en-US" sz="1800" i="1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Stuttg</a:t>
            </a:r>
            <a:r>
              <a:rPr lang="en-US" sz="18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vol. 202, Feb. 2020, </a:t>
            </a:r>
            <a:r>
              <a:rPr lang="en-US" sz="18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10.1016/j.ijleo.2019.163555.</a:t>
            </a:r>
            <a:endParaRPr lang="en-IN" sz="1800" dirty="0">
              <a:solidFill>
                <a:schemeClr val="bg1"/>
              </a:solidFill>
              <a:effectLst/>
              <a:latin typeface="+mn-lt"/>
              <a:ea typeface="MS Mincho"/>
              <a:cs typeface="Times New Roman" panose="02020603050405020304" pitchFamily="18" charset="0"/>
            </a:endParaRPr>
          </a:p>
          <a:p>
            <a:pPr indent="-40640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[4]	X. </a:t>
            </a:r>
            <a:r>
              <a:rPr lang="en-US" sz="18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Z. Zhan, H. Cao, and C. Guo, “Microstructure and properties of the laser cladded in-situ ZrB2-ZrC/Cu composite coatings on copper substrate,” </a:t>
            </a:r>
            <a:r>
              <a:rPr lang="en-US" sz="18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Surf. Coat. Technol.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vol. 396, Aug. 2020, </a:t>
            </a:r>
            <a:r>
              <a:rPr lang="en-US" sz="18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10.1016/j.surfcoat.2020.125937.</a:t>
            </a:r>
            <a:endParaRPr lang="en-IN" sz="1800" dirty="0">
              <a:solidFill>
                <a:schemeClr val="bg1"/>
              </a:solidFill>
              <a:effectLst/>
              <a:latin typeface="+mn-lt"/>
              <a:ea typeface="MS Mincho"/>
              <a:cs typeface="Times New Roman" panose="02020603050405020304" pitchFamily="18" charset="0"/>
            </a:endParaRPr>
          </a:p>
          <a:p>
            <a:pPr indent="-40640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[5]	Z. Zhang </a:t>
            </a:r>
            <a:r>
              <a:rPr lang="en-US" sz="18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“In-situ synthesis of (TiB2+TiC)/Cu composite coatings from powder precursors: A hybrid cold spraying and induction remelting approach,” </a:t>
            </a:r>
            <a:r>
              <a:rPr lang="en-US" sz="1800" i="1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Surf. Coat. Technol.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vol. 517, Dec. 2025, </a:t>
            </a:r>
            <a:r>
              <a:rPr lang="en-US" sz="1800" dirty="0" err="1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10.1016/j.surfcoat.2025.132836.</a:t>
            </a:r>
            <a:endParaRPr lang="en-IN" sz="1800" dirty="0">
              <a:solidFill>
                <a:schemeClr val="bg1"/>
              </a:solidFill>
              <a:effectLst/>
              <a:latin typeface="+mn-lt"/>
              <a:ea typeface="MS Mincho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mbria" panose="02040503050406030204" pitchFamily="18" charset="0"/>
              <a:ea typeface="MS Mincho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064F7A-C00D-6120-777E-298AA7C417E9}"/>
              </a:ext>
            </a:extLst>
          </p:cNvPr>
          <p:cNvSpPr txBox="1"/>
          <p:nvPr/>
        </p:nvSpPr>
        <p:spPr>
          <a:xfrm>
            <a:off x="5987921" y="6463914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200" dirty="0">
                <a:solidFill>
                  <a:schemeClr val="bg1"/>
                </a:solidFill>
              </a:rPr>
              <a:t>1</a:t>
            </a:r>
            <a:r>
              <a:rPr lang="en-IN" sz="1200" b="0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28968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5081"/>
            <a:ext cx="12191695" cy="45719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068" y="2130326"/>
            <a:ext cx="3129383" cy="6771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232D37"/>
                </a:solidFill>
              </a:defRPr>
            </a:pPr>
            <a:r>
              <a:rPr dirty="0">
                <a:solidFill>
                  <a:schemeClr val="bg2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4075" y="3154680"/>
            <a:ext cx="739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A6C8C"/>
                </a:solidFill>
              </a:defRPr>
            </a:pPr>
            <a:r>
              <a:rPr dirty="0">
                <a:solidFill>
                  <a:srgbClr val="FFFFFF"/>
                </a:solidFill>
              </a:rPr>
              <a:t>Development and Adhesion Analysis of Ceramic Matrix Composite Coatings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2938" y="3977639"/>
            <a:ext cx="305564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5F69"/>
                </a:solidFill>
              </a:defRPr>
            </a:pPr>
            <a:r>
              <a:rPr dirty="0" err="1">
                <a:solidFill>
                  <a:srgbClr val="FFFFFF"/>
                </a:solidFill>
              </a:rPr>
              <a:t>B.Tech</a:t>
            </a:r>
            <a:r>
              <a:rPr dirty="0">
                <a:solidFill>
                  <a:srgbClr val="FFFFFF"/>
                </a:solidFill>
              </a:rPr>
              <a:t> Project Progress Presentation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72D413F7-F1A9-2A3B-0E8F-D61A7E430102}"/>
              </a:ext>
            </a:extLst>
          </p:cNvPr>
          <p:cNvSpPr/>
          <p:nvPr/>
        </p:nvSpPr>
        <p:spPr>
          <a:xfrm>
            <a:off x="8778240" y="-1005840"/>
            <a:ext cx="4754880" cy="4754880"/>
          </a:xfrm>
          <a:prstGeom prst="ellipse">
            <a:avLst/>
          </a:prstGeom>
          <a:solidFill>
            <a:srgbClr val="4A6C8C">
              <a:alpha val="22000"/>
            </a:srgbClr>
          </a:solidFill>
          <a:ln/>
        </p:spPr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C7371804-61F3-A8F6-C37C-29CA325B4FF9}"/>
              </a:ext>
            </a:extLst>
          </p:cNvPr>
          <p:cNvSpPr/>
          <p:nvPr/>
        </p:nvSpPr>
        <p:spPr>
          <a:xfrm>
            <a:off x="9646920" y="2880360"/>
            <a:ext cx="2926080" cy="2926080"/>
          </a:xfrm>
          <a:prstGeom prst="ellipse">
            <a:avLst/>
          </a:prstGeom>
          <a:solidFill>
            <a:srgbClr val="E8720C">
              <a:alpha val="15000"/>
            </a:srgbClr>
          </a:solidFill>
          <a:ln/>
        </p:spPr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C075B056-635C-ABCB-160E-7BB71C4E2B3A}"/>
              </a:ext>
            </a:extLst>
          </p:cNvPr>
          <p:cNvSpPr/>
          <p:nvPr/>
        </p:nvSpPr>
        <p:spPr>
          <a:xfrm>
            <a:off x="10104120" y="3337560"/>
            <a:ext cx="2011680" cy="2011680"/>
          </a:xfrm>
          <a:prstGeom prst="ellipse">
            <a:avLst/>
          </a:prstGeom>
          <a:solidFill>
            <a:srgbClr val="4A6C8C">
              <a:alpha val="65000"/>
            </a:srgbClr>
          </a:solidFill>
          <a:ln/>
        </p:spPr>
      </p:sp>
      <p:pic>
        <p:nvPicPr>
          <p:cNvPr id="17" name="Image 0" descr="icons/layers3_white.png">
            <a:extLst>
              <a:ext uri="{FF2B5EF4-FFF2-40B4-BE49-F238E27FC236}">
                <a16:creationId xmlns:a16="http://schemas.microsoft.com/office/drawing/2014/main" id="{8F3D6DB3-F766-1DBF-6405-DF6D40BCF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38862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C63B23-0D0A-E497-AF89-06B2DE7F4838}"/>
              </a:ext>
            </a:extLst>
          </p:cNvPr>
          <p:cNvSpPr txBox="1"/>
          <p:nvPr/>
        </p:nvSpPr>
        <p:spPr>
          <a:xfrm>
            <a:off x="11594592" y="6510528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200" dirty="0">
                <a:solidFill>
                  <a:schemeClr val="bg1"/>
                </a:solidFill>
              </a:rPr>
              <a:t>14</a:t>
            </a:r>
            <a:endParaRPr sz="12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</TotalTime>
  <Words>2136</Words>
  <Application>Microsoft Office PowerPoint</Application>
  <PresentationFormat>Widescreen</PresentationFormat>
  <Paragraphs>244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Cambria</vt:lpstr>
      <vt:lpstr>MS Mincho</vt:lpstr>
      <vt:lpstr>Neue Haas Grotesk Text Pro</vt:lpstr>
      <vt:lpstr>Helena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samith lal</cp:lastModifiedBy>
  <cp:revision>6</cp:revision>
  <dcterms:created xsi:type="dcterms:W3CDTF">2026-09-15T07:31:01Z</dcterms:created>
  <dcterms:modified xsi:type="dcterms:W3CDTF">2026-09-18T06:06:23Z</dcterms:modified>
</cp:coreProperties>
</file>